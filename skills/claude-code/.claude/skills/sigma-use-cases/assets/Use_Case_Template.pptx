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0" r:id="rId5"/>
    <p:sldMasterId id="2147483731" r:id="rId6"/>
  </p:sldMasterIdLst>
  <p:notesMasterIdLst>
    <p:notesMasterId r:id="rId7"/>
  </p:notesMasterIdLst>
  <p:sldIdLst>
    <p:sldId id="256" r:id="rId8"/>
    <p:sldId id="257" r:id="rId9"/>
    <p:sldId id="258" r:id="rId10"/>
  </p:sldIdLst>
  <p:sldSz cy="5143500" cx="9144000"/>
  <p:notesSz cx="6858000" cy="9144000"/>
  <p:embeddedFontLst>
    <p:embeddedFont>
      <p:font typeface="DM Sans Medium"/>
      <p:regular r:id="rId11"/>
      <p:bold r:id="rId12"/>
      <p:italic r:id="rId13"/>
      <p:boldItalic r:id="rId14"/>
    </p:embeddedFont>
    <p:embeddedFont>
      <p:font typeface="Instrument Serif"/>
      <p:regular r:id="rId15"/>
      <p:italic r:id="rId16"/>
    </p:embeddedFont>
    <p:embeddedFont>
      <p:font typeface="Lato"/>
      <p:regular r:id="rId17"/>
      <p:bold r:id="rId18"/>
      <p:italic r:id="rId19"/>
      <p:boldItalic r:id="rId20"/>
    </p:embeddedFont>
    <p:embeddedFont>
      <p:font typeface="DM Mono Medium"/>
      <p:regular r:id="rId21"/>
      <p:italic r:id="rId22"/>
    </p:embeddedFont>
    <p:embeddedFont>
      <p:font typeface="DM Sans Light"/>
      <p:regular r:id="rId23"/>
      <p:bold r:id="rId24"/>
      <p:italic r:id="rId25"/>
      <p:boldItalic r:id="rId26"/>
    </p:embeddedFont>
    <p:embeddedFont>
      <p:font typeface="DM Sans SemiBold"/>
      <p:regular r:id="rId27"/>
      <p:bold r:id="rId28"/>
      <p:italic r:id="rId29"/>
      <p:boldItalic r:id="rId30"/>
    </p:embeddedFont>
    <p:embeddedFont>
      <p:font typeface="DM Sans"/>
      <p:regular r:id="rId31"/>
      <p:bold r:id="rId32"/>
      <p:italic r:id="rId33"/>
      <p:boldItalic r:id="rId34"/>
    </p:embeddedFont>
    <p:embeddedFont>
      <p:font typeface="DM Mono"/>
      <p:regular r:id="rId35"/>
      <p: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E6C078-E4E5-479C-B417-25E163C0107E}">
  <a:tblStyle styleId="{BDE6C078-E4E5-479C-B417-25E163C0107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DMSans-regular.fntdata"/><Relationship Id="rId30" Type="http://schemas.openxmlformats.org/officeDocument/2006/relationships/font" Target="fonts/DMSansSemiBold-boldItalic.fntdata"/><Relationship Id="rId33" Type="http://schemas.openxmlformats.org/officeDocument/2006/relationships/font" Target="fonts/DMSans-italic.fntdata"/><Relationship Id="rId32" Type="http://schemas.openxmlformats.org/officeDocument/2006/relationships/font" Target="fonts/DMSans-bold.fntdata"/><Relationship Id="rId35" Type="http://schemas.openxmlformats.org/officeDocument/2006/relationships/font" Target="fonts/DMMono-regular.fntdata"/><Relationship Id="rId34" Type="http://schemas.openxmlformats.org/officeDocument/2006/relationships/font" Target="fonts/DMSans-boldItalic.fntdata"/><Relationship Id="rId36" Type="http://schemas.openxmlformats.org/officeDocument/2006/relationships/font" Target="fonts/DMMono-italic.fntdata"/><Relationship Id="rId20" Type="http://schemas.openxmlformats.org/officeDocument/2006/relationships/font" Target="fonts/Lato-boldItalic.fntdata"/><Relationship Id="rId22" Type="http://schemas.openxmlformats.org/officeDocument/2006/relationships/font" Target="fonts/DMMonoMedium-italic.fntdata"/><Relationship Id="rId21" Type="http://schemas.openxmlformats.org/officeDocument/2006/relationships/font" Target="fonts/DMMonoMedium-regular.fntdata"/><Relationship Id="rId24" Type="http://schemas.openxmlformats.org/officeDocument/2006/relationships/font" Target="fonts/DMSansLight-bold.fntdata"/><Relationship Id="rId23" Type="http://schemas.openxmlformats.org/officeDocument/2006/relationships/font" Target="fonts/DMSansLight-regular.fntdata"/><Relationship Id="rId26" Type="http://schemas.openxmlformats.org/officeDocument/2006/relationships/font" Target="fonts/DMSansLight-boldItalic.fntdata"/><Relationship Id="rId25" Type="http://schemas.openxmlformats.org/officeDocument/2006/relationships/font" Target="fonts/DMSansLight-italic.fntdata"/><Relationship Id="rId28" Type="http://schemas.openxmlformats.org/officeDocument/2006/relationships/font" Target="fonts/DMSansSemiBold-bold.fntdata"/><Relationship Id="rId27" Type="http://schemas.openxmlformats.org/officeDocument/2006/relationships/font" Target="fonts/DMSansSemiBold-regular.fntdata"/><Relationship Id="rId29" Type="http://schemas.openxmlformats.org/officeDocument/2006/relationships/font" Target="fonts/DMSansSemiBold-italic.fntdata"/><Relationship Id="rId11" Type="http://schemas.openxmlformats.org/officeDocument/2006/relationships/font" Target="fonts/DMSansMedium-regular.fntdata"/><Relationship Id="rId10" Type="http://schemas.openxmlformats.org/officeDocument/2006/relationships/slide" Target="slides/slide3.xml"/><Relationship Id="rId13" Type="http://schemas.openxmlformats.org/officeDocument/2006/relationships/font" Target="fonts/DMSansMedium-italic.fntdata"/><Relationship Id="rId12" Type="http://schemas.openxmlformats.org/officeDocument/2006/relationships/font" Target="fonts/DMSansMedium-bold.fntdata"/><Relationship Id="rId15" Type="http://schemas.openxmlformats.org/officeDocument/2006/relationships/font" Target="fonts/InstrumentSerif-regular.fntdata"/><Relationship Id="rId14" Type="http://schemas.openxmlformats.org/officeDocument/2006/relationships/font" Target="fonts/DMSansMedium-boldItalic.fntdata"/><Relationship Id="rId17" Type="http://schemas.openxmlformats.org/officeDocument/2006/relationships/font" Target="fonts/Lato-regular.fntdata"/><Relationship Id="rId16" Type="http://schemas.openxmlformats.org/officeDocument/2006/relationships/font" Target="fonts/InstrumentSerif-italic.fntdata"/><Relationship Id="rId19" Type="http://schemas.openxmlformats.org/officeDocument/2006/relationships/font" Target="fonts/Lato-italic.fntdata"/><Relationship Id="rId18" Type="http://schemas.openxmlformats.org/officeDocument/2006/relationships/font" Target="fonts/La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ecceda937b_0_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3ecceda937b_0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e8b9444a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3e8b9444a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3e8b9444a5c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3e8b9444a5c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7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27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27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0 - Cover">
  <p:cSld name="TITLE_3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4" y="1691650"/>
            <a:ext cx="4254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5500"/>
              <a:buNone/>
              <a:defRPr sz="5500">
                <a:solidFill>
                  <a:srgbClr val="0A0A0A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5200"/>
              <a:buNone/>
              <a:defRPr sz="5200">
                <a:solidFill>
                  <a:srgbClr val="0A0A0A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5200"/>
              <a:buNone/>
              <a:defRPr sz="5200">
                <a:solidFill>
                  <a:srgbClr val="0A0A0A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5200"/>
              <a:buNone/>
              <a:defRPr sz="5200">
                <a:solidFill>
                  <a:srgbClr val="0A0A0A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5200"/>
              <a:buNone/>
              <a:defRPr sz="5200">
                <a:solidFill>
                  <a:srgbClr val="0A0A0A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5200"/>
              <a:buNone/>
              <a:defRPr sz="5200">
                <a:solidFill>
                  <a:srgbClr val="0A0A0A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5200"/>
              <a:buNone/>
              <a:defRPr sz="5200">
                <a:solidFill>
                  <a:srgbClr val="0A0A0A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5200"/>
              <a:buNone/>
              <a:defRPr sz="5200">
                <a:solidFill>
                  <a:srgbClr val="0A0A0A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5200"/>
              <a:buNone/>
              <a:defRPr sz="5200">
                <a:solidFill>
                  <a:srgbClr val="0A0A0A"/>
                </a:solidFill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379476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4538" l="900" r="14232" t="4710"/>
          <a:stretch/>
        </p:blipFill>
        <p:spPr>
          <a:xfrm>
            <a:off x="3547625" y="0"/>
            <a:ext cx="5596375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25" y="4624425"/>
            <a:ext cx="9144000" cy="51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60" name="Google Shape;60;p14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4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4"/>
          <p:cNvSpPr txBox="1"/>
          <p:nvPr>
            <p:ph idx="2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1 - TOC Light">
  <p:cSld name="SECTION_HEADER_4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17450" y="-806942"/>
            <a:ext cx="3597900" cy="35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/>
          <p:nvPr/>
        </p:nvSpPr>
        <p:spPr>
          <a:xfrm>
            <a:off x="4745625" y="1110000"/>
            <a:ext cx="3979500" cy="339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4832400" y="115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{BDE6C078-E4E5-479C-B417-25E163C0107E}</a:tableStyleId>
              </a:tblPr>
              <a:tblGrid>
                <a:gridCol w="3791725"/>
              </a:tblGrid>
              <a:tr h="550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292929"/>
                        </a:solidFill>
                        <a:latin typeface="DM Sans Light"/>
                        <a:ea typeface="DM Sans Light"/>
                        <a:cs typeface="DM Sans Light"/>
                        <a:sym typeface="DM Sans Light"/>
                      </a:endParaRPr>
                    </a:p>
                  </a:txBody>
                  <a:tcPr marT="91425" marB="91425" marR="91425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57200"/>
            <a:ext cx="67092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4745625" y="1242450"/>
            <a:ext cx="3435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 sz="14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subTitle"/>
          </p:nvPr>
        </p:nvSpPr>
        <p:spPr>
          <a:xfrm>
            <a:off x="4745625" y="1795750"/>
            <a:ext cx="3435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 sz="14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3" type="subTitle"/>
          </p:nvPr>
        </p:nvSpPr>
        <p:spPr>
          <a:xfrm>
            <a:off x="4745625" y="2346300"/>
            <a:ext cx="3435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 sz="14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4" type="subTitle"/>
          </p:nvPr>
        </p:nvSpPr>
        <p:spPr>
          <a:xfrm>
            <a:off x="4745625" y="2895100"/>
            <a:ext cx="3435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 sz="14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5" type="subTitle"/>
          </p:nvPr>
        </p:nvSpPr>
        <p:spPr>
          <a:xfrm>
            <a:off x="4745625" y="3450150"/>
            <a:ext cx="3435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 sz="14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6" type="subTitle"/>
          </p:nvPr>
        </p:nvSpPr>
        <p:spPr>
          <a:xfrm>
            <a:off x="4745625" y="4006650"/>
            <a:ext cx="3435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 sz="14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5" y="4624425"/>
            <a:ext cx="9144000" cy="51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15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15"/>
          <p:cNvSpPr txBox="1"/>
          <p:nvPr>
            <p:ph idx="7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2 - TOC Dark">
  <p:cSld name="SECTION_HEADER_2">
    <p:bg>
      <p:bgPr>
        <a:solidFill>
          <a:srgbClr val="292929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17450" y="-806942"/>
            <a:ext cx="3597900" cy="35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/>
          <p:nvPr/>
        </p:nvSpPr>
        <p:spPr>
          <a:xfrm>
            <a:off x="4745625" y="1117500"/>
            <a:ext cx="3979500" cy="33876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57200"/>
            <a:ext cx="67092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aphicFrame>
        <p:nvGraphicFramePr>
          <p:cNvPr id="85" name="Google Shape;85;p16"/>
          <p:cNvGraphicFramePr/>
          <p:nvPr/>
        </p:nvGraphicFramePr>
        <p:xfrm>
          <a:off x="4832400" y="115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{BDE6C078-E4E5-479C-B417-25E163C0107E}</a:tableStyleId>
              </a:tblPr>
              <a:tblGrid>
                <a:gridCol w="3791725"/>
              </a:tblGrid>
              <a:tr h="550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DM Sans Light"/>
                        <a:ea typeface="DM Sans Light"/>
                        <a:cs typeface="DM Sans Light"/>
                        <a:sym typeface="DM Sans Light"/>
                      </a:endParaRPr>
                    </a:p>
                  </a:txBody>
                  <a:tcPr marT="91425" marB="91425" marR="91425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A8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6"/>
          <p:cNvSpPr txBox="1"/>
          <p:nvPr>
            <p:ph idx="1" type="subTitle"/>
          </p:nvPr>
        </p:nvSpPr>
        <p:spPr>
          <a:xfrm>
            <a:off x="4745625" y="1242450"/>
            <a:ext cx="3435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Light"/>
              <a:buNone/>
              <a:defRPr sz="1400">
                <a:solidFill>
                  <a:schemeClr val="l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2" type="subTitle"/>
          </p:nvPr>
        </p:nvSpPr>
        <p:spPr>
          <a:xfrm>
            <a:off x="4745625" y="1795750"/>
            <a:ext cx="3435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Light"/>
              <a:buNone/>
              <a:defRPr sz="1400">
                <a:solidFill>
                  <a:schemeClr val="l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3" type="subTitle"/>
          </p:nvPr>
        </p:nvSpPr>
        <p:spPr>
          <a:xfrm>
            <a:off x="4745625" y="2346300"/>
            <a:ext cx="3435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Light"/>
              <a:buNone/>
              <a:defRPr sz="1400">
                <a:solidFill>
                  <a:schemeClr val="l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4" type="subTitle"/>
          </p:nvPr>
        </p:nvSpPr>
        <p:spPr>
          <a:xfrm>
            <a:off x="4745625" y="2895100"/>
            <a:ext cx="3435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Light"/>
              <a:buNone/>
              <a:defRPr sz="1400">
                <a:solidFill>
                  <a:schemeClr val="l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5" type="subTitle"/>
          </p:nvPr>
        </p:nvSpPr>
        <p:spPr>
          <a:xfrm>
            <a:off x="4745625" y="3450150"/>
            <a:ext cx="3435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Light"/>
              <a:buNone/>
              <a:defRPr sz="1400">
                <a:solidFill>
                  <a:schemeClr val="l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6" type="subTitle"/>
          </p:nvPr>
        </p:nvSpPr>
        <p:spPr>
          <a:xfrm>
            <a:off x="4745625" y="4006650"/>
            <a:ext cx="3435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Light"/>
              <a:buNone/>
              <a:defRPr sz="1400">
                <a:solidFill>
                  <a:schemeClr val="l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16"/>
          <p:cNvSpPr/>
          <p:nvPr/>
        </p:nvSpPr>
        <p:spPr>
          <a:xfrm>
            <a:off x="0" y="4617775"/>
            <a:ext cx="9144000" cy="5256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3" name="Google Shape;93;p16"/>
          <p:cNvPicPr preferRelativeResize="0"/>
          <p:nvPr/>
        </p:nvPicPr>
        <p:blipFill rotWithShape="1">
          <a:blip r:embed="rId3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6"/>
          <p:cNvCxnSpPr/>
          <p:nvPr/>
        </p:nvCxnSpPr>
        <p:spPr>
          <a:xfrm rot="10800000">
            <a:off x="8639150" y="4627425"/>
            <a:ext cx="0" cy="5256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16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16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D6D6D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7" name="Google Shape;97;p16"/>
          <p:cNvSpPr txBox="1"/>
          <p:nvPr>
            <p:ph idx="7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700"/>
              <a:buNone/>
              <a:defRPr b="1" sz="700">
                <a:solidFill>
                  <a:srgbClr val="D6D6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D6D6D6"/>
                </a:solidFill>
              </a:defRPr>
            </a:lvl1pPr>
            <a:lvl2pPr lvl="1">
              <a:buNone/>
              <a:defRPr sz="700">
                <a:solidFill>
                  <a:srgbClr val="D6D6D6"/>
                </a:solidFill>
              </a:defRPr>
            </a:lvl2pPr>
            <a:lvl3pPr lvl="2">
              <a:buNone/>
              <a:defRPr sz="700">
                <a:solidFill>
                  <a:srgbClr val="D6D6D6"/>
                </a:solidFill>
              </a:defRPr>
            </a:lvl3pPr>
            <a:lvl4pPr lvl="3">
              <a:buNone/>
              <a:defRPr sz="700">
                <a:solidFill>
                  <a:srgbClr val="D6D6D6"/>
                </a:solidFill>
              </a:defRPr>
            </a:lvl4pPr>
            <a:lvl5pPr lvl="4">
              <a:buNone/>
              <a:defRPr sz="700">
                <a:solidFill>
                  <a:srgbClr val="D6D6D6"/>
                </a:solidFill>
              </a:defRPr>
            </a:lvl5pPr>
            <a:lvl6pPr lvl="5">
              <a:buNone/>
              <a:defRPr sz="700">
                <a:solidFill>
                  <a:srgbClr val="D6D6D6"/>
                </a:solidFill>
              </a:defRPr>
            </a:lvl6pPr>
            <a:lvl7pPr lvl="6">
              <a:buNone/>
              <a:defRPr sz="700">
                <a:solidFill>
                  <a:srgbClr val="D6D6D6"/>
                </a:solidFill>
              </a:defRPr>
            </a:lvl7pPr>
            <a:lvl8pPr lvl="7">
              <a:buNone/>
              <a:defRPr sz="700">
                <a:solidFill>
                  <a:srgbClr val="D6D6D6"/>
                </a:solidFill>
              </a:defRPr>
            </a:lvl8pPr>
            <a:lvl9pPr lvl="8">
              <a:buNone/>
              <a:defRPr sz="700">
                <a:solidFill>
                  <a:srgbClr val="D6D6D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61 - Fancy Divider Light">
  <p:cSld name="CUSTOM_1"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01" name="Google Shape;101;p17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311694" y="4831156"/>
            <a:ext cx="602102" cy="17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0F0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7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F0F0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17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62 - Fancy Divider Dark">
  <p:cSld name="CUSTOM_1_2">
    <p:bg>
      <p:bgPr>
        <a:solidFill>
          <a:srgbClr val="1A70F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21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09" name="Google Shape;109;p18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311694" y="4787362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8"/>
          <p:cNvCxnSpPr/>
          <p:nvPr/>
        </p:nvCxnSpPr>
        <p:spPr>
          <a:xfrm rot="10800000">
            <a:off x="8639150" y="4627425"/>
            <a:ext cx="0" cy="525600"/>
          </a:xfrm>
          <a:prstGeom prst="straightConnector1">
            <a:avLst/>
          </a:prstGeom>
          <a:noFill/>
          <a:ln cap="flat" cmpd="sng" w="9525">
            <a:solidFill>
              <a:srgbClr val="29292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18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9292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18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D6D6D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3" name="Google Shape;113;p18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700"/>
              <a:buNone/>
              <a:defRPr b="1" sz="700">
                <a:solidFill>
                  <a:srgbClr val="D6D6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D6D6D6"/>
                </a:solidFill>
              </a:defRPr>
            </a:lvl1pPr>
            <a:lvl2pPr lvl="1">
              <a:buNone/>
              <a:defRPr sz="700">
                <a:solidFill>
                  <a:srgbClr val="D6D6D6"/>
                </a:solidFill>
              </a:defRPr>
            </a:lvl2pPr>
            <a:lvl3pPr lvl="2">
              <a:buNone/>
              <a:defRPr sz="700">
                <a:solidFill>
                  <a:srgbClr val="D6D6D6"/>
                </a:solidFill>
              </a:defRPr>
            </a:lvl3pPr>
            <a:lvl4pPr lvl="3">
              <a:buNone/>
              <a:defRPr sz="700">
                <a:solidFill>
                  <a:srgbClr val="D6D6D6"/>
                </a:solidFill>
              </a:defRPr>
            </a:lvl4pPr>
            <a:lvl5pPr lvl="4">
              <a:buNone/>
              <a:defRPr sz="700">
                <a:solidFill>
                  <a:srgbClr val="D6D6D6"/>
                </a:solidFill>
              </a:defRPr>
            </a:lvl5pPr>
            <a:lvl6pPr lvl="5">
              <a:buNone/>
              <a:defRPr sz="700">
                <a:solidFill>
                  <a:srgbClr val="D6D6D6"/>
                </a:solidFill>
              </a:defRPr>
            </a:lvl6pPr>
            <a:lvl7pPr lvl="6">
              <a:buNone/>
              <a:defRPr sz="700">
                <a:solidFill>
                  <a:srgbClr val="D6D6D6"/>
                </a:solidFill>
              </a:defRPr>
            </a:lvl7pPr>
            <a:lvl8pPr lvl="7">
              <a:buNone/>
              <a:defRPr sz="700">
                <a:solidFill>
                  <a:srgbClr val="D6D6D6"/>
                </a:solidFill>
              </a:defRPr>
            </a:lvl8pPr>
            <a:lvl9pPr lvl="8">
              <a:buNone/>
              <a:defRPr sz="700">
                <a:solidFill>
                  <a:srgbClr val="D6D6D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1 - Image Light">
  <p:cSld name="TITLE_AND_BODY_1">
    <p:bg>
      <p:bgPr>
        <a:solidFill>
          <a:schemeClr val="lt2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>
            <p:ph idx="2" type="pic"/>
          </p:nvPr>
        </p:nvSpPr>
        <p:spPr>
          <a:xfrm>
            <a:off x="4730589" y="354450"/>
            <a:ext cx="4101600" cy="4105800"/>
          </a:xfrm>
          <a:prstGeom prst="rect">
            <a:avLst/>
          </a:prstGeom>
          <a:solidFill>
            <a:srgbClr val="F8F8F8"/>
          </a:solidFill>
          <a:ln>
            <a:noFill/>
          </a:ln>
        </p:spPr>
      </p:sp>
      <p:sp>
        <p:nvSpPr>
          <p:cNvPr id="117" name="Google Shape;117;p19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" name="Google Shape;119;p19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19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19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9"/>
          <p:cNvSpPr txBox="1"/>
          <p:nvPr>
            <p:ph idx="3" type="body"/>
          </p:nvPr>
        </p:nvSpPr>
        <p:spPr>
          <a:xfrm>
            <a:off x="457200" y="1063250"/>
            <a:ext cx="38904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type="title"/>
          </p:nvPr>
        </p:nvSpPr>
        <p:spPr>
          <a:xfrm>
            <a:off x="457200" y="314325"/>
            <a:ext cx="3890400" cy="4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DM Sans SemiBold"/>
              <a:buNone/>
              <a:defRPr sz="2500">
                <a:solidFill>
                  <a:schemeClr val="dk2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2 - Image Dark">
  <p:cSld name="TITLE_AND_BODY_1_1">
    <p:bg>
      <p:bgPr>
        <a:solidFill>
          <a:srgbClr val="292929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457200" y="1063250"/>
            <a:ext cx="38904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20"/>
          <p:cNvSpPr/>
          <p:nvPr>
            <p:ph idx="2" type="pic"/>
          </p:nvPr>
        </p:nvSpPr>
        <p:spPr>
          <a:xfrm>
            <a:off x="4730589" y="354450"/>
            <a:ext cx="4101600" cy="4105800"/>
          </a:xfrm>
          <a:prstGeom prst="rect">
            <a:avLst/>
          </a:prstGeom>
          <a:solidFill>
            <a:srgbClr val="F8F8F8"/>
          </a:solidFill>
          <a:ln>
            <a:noFill/>
          </a:ln>
        </p:spPr>
      </p:sp>
      <p:sp>
        <p:nvSpPr>
          <p:cNvPr id="128" name="Google Shape;128;p20"/>
          <p:cNvSpPr/>
          <p:nvPr/>
        </p:nvSpPr>
        <p:spPr>
          <a:xfrm>
            <a:off x="0" y="4617775"/>
            <a:ext cx="9144000" cy="5256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20"/>
          <p:cNvCxnSpPr/>
          <p:nvPr/>
        </p:nvCxnSpPr>
        <p:spPr>
          <a:xfrm rot="10800000">
            <a:off x="8639150" y="4627425"/>
            <a:ext cx="0" cy="5256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20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20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D6D6D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20"/>
          <p:cNvSpPr txBox="1"/>
          <p:nvPr>
            <p:ph idx="3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700"/>
              <a:buNone/>
              <a:defRPr b="1" sz="700">
                <a:solidFill>
                  <a:srgbClr val="D6D6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9pPr>
          </a:lstStyle>
          <a:p/>
        </p:txBody>
      </p: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D6D6D6"/>
                </a:solidFill>
              </a:defRPr>
            </a:lvl1pPr>
            <a:lvl2pPr lvl="1">
              <a:buNone/>
              <a:defRPr sz="700">
                <a:solidFill>
                  <a:srgbClr val="D6D6D6"/>
                </a:solidFill>
              </a:defRPr>
            </a:lvl2pPr>
            <a:lvl3pPr lvl="2">
              <a:buNone/>
              <a:defRPr sz="700">
                <a:solidFill>
                  <a:srgbClr val="D6D6D6"/>
                </a:solidFill>
              </a:defRPr>
            </a:lvl3pPr>
            <a:lvl4pPr lvl="3">
              <a:buNone/>
              <a:defRPr sz="700">
                <a:solidFill>
                  <a:srgbClr val="D6D6D6"/>
                </a:solidFill>
              </a:defRPr>
            </a:lvl4pPr>
            <a:lvl5pPr lvl="4">
              <a:buNone/>
              <a:defRPr sz="700">
                <a:solidFill>
                  <a:srgbClr val="D6D6D6"/>
                </a:solidFill>
              </a:defRPr>
            </a:lvl5pPr>
            <a:lvl6pPr lvl="5">
              <a:buNone/>
              <a:defRPr sz="700">
                <a:solidFill>
                  <a:srgbClr val="D6D6D6"/>
                </a:solidFill>
              </a:defRPr>
            </a:lvl6pPr>
            <a:lvl7pPr lvl="6">
              <a:buNone/>
              <a:defRPr sz="700">
                <a:solidFill>
                  <a:srgbClr val="D6D6D6"/>
                </a:solidFill>
              </a:defRPr>
            </a:lvl7pPr>
            <a:lvl8pPr lvl="7">
              <a:buNone/>
              <a:defRPr sz="700">
                <a:solidFill>
                  <a:srgbClr val="D6D6D6"/>
                </a:solidFill>
              </a:defRPr>
            </a:lvl8pPr>
            <a:lvl9pPr lvl="8">
              <a:buNone/>
              <a:defRPr sz="700">
                <a:solidFill>
                  <a:srgbClr val="D6D6D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0"/>
          <p:cNvSpPr txBox="1"/>
          <p:nvPr>
            <p:ph type="title"/>
          </p:nvPr>
        </p:nvSpPr>
        <p:spPr>
          <a:xfrm>
            <a:off x="457200" y="314325"/>
            <a:ext cx="3890400" cy="4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 SemiBold"/>
              <a:buNone/>
              <a:defRPr sz="25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13 - Callout Teal Left">
  <p:cSld name="SECTION_TITLE_AND_DESCRIPTION_1_1_3_2_1">
    <p:bg>
      <p:bgPr>
        <a:solidFill>
          <a:srgbClr val="F0F0F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1"/>
          <p:cNvPicPr preferRelativeResize="0"/>
          <p:nvPr/>
        </p:nvPicPr>
        <p:blipFill rotWithShape="1">
          <a:blip r:embed="rId2">
            <a:alphaModFix/>
          </a:blip>
          <a:srcRect b="1277" l="0" r="0" t="1267"/>
          <a:stretch/>
        </p:blipFill>
        <p:spPr>
          <a:xfrm flipH="1" rot="10800000">
            <a:off x="5922250" y="-126942"/>
            <a:ext cx="3597901" cy="35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/>
          <p:nvPr/>
        </p:nvSpPr>
        <p:spPr>
          <a:xfrm>
            <a:off x="784350" y="918300"/>
            <a:ext cx="7575300" cy="330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9" name="Google Shape;139;p21"/>
          <p:cNvSpPr/>
          <p:nvPr/>
        </p:nvSpPr>
        <p:spPr>
          <a:xfrm rot="5400000">
            <a:off x="-776100" y="2475450"/>
            <a:ext cx="3310200" cy="189300"/>
          </a:xfrm>
          <a:prstGeom prst="rect">
            <a:avLst/>
          </a:prstGeom>
          <a:solidFill>
            <a:srgbClr val="A8E8F3"/>
          </a:solidFill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92929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sp>
        <p:nvSpPr>
          <p:cNvPr id="140" name="Google Shape;140;p21"/>
          <p:cNvSpPr txBox="1"/>
          <p:nvPr>
            <p:ph type="title"/>
          </p:nvPr>
        </p:nvSpPr>
        <p:spPr>
          <a:xfrm>
            <a:off x="1307592" y="1257800"/>
            <a:ext cx="3189000" cy="1285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1" name="Google Shape;141;p21"/>
          <p:cNvSpPr txBox="1"/>
          <p:nvPr>
            <p:ph idx="1" type="subTitle"/>
          </p:nvPr>
        </p:nvSpPr>
        <p:spPr>
          <a:xfrm>
            <a:off x="1307592" y="2738075"/>
            <a:ext cx="31890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3" name="Google Shape;143;p21"/>
          <p:cNvPicPr preferRelativeResize="0"/>
          <p:nvPr/>
        </p:nvPicPr>
        <p:blipFill rotWithShape="1">
          <a:blip r:embed="rId3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21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21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21"/>
          <p:cNvSpPr txBox="1"/>
          <p:nvPr>
            <p:ph idx="2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33 - Callout Teal Right">
  <p:cSld name="SECTION_TITLE_AND_DESCRIPTION_1_1_3_1_1_1">
    <p:bg>
      <p:bgPr>
        <a:solidFill>
          <a:srgbClr val="F0F0F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64983" y="-701410"/>
            <a:ext cx="3597901" cy="369163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/>
          <p:nvPr/>
        </p:nvSpPr>
        <p:spPr>
          <a:xfrm>
            <a:off x="784350" y="918300"/>
            <a:ext cx="7575300" cy="330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1" name="Google Shape;151;p22"/>
          <p:cNvSpPr/>
          <p:nvPr/>
        </p:nvSpPr>
        <p:spPr>
          <a:xfrm rot="5400000">
            <a:off x="6609900" y="2475450"/>
            <a:ext cx="3310200" cy="189300"/>
          </a:xfrm>
          <a:prstGeom prst="rect">
            <a:avLst/>
          </a:prstGeom>
          <a:solidFill>
            <a:srgbClr val="A8E8F3"/>
          </a:solidFill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92929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sp>
        <p:nvSpPr>
          <p:cNvPr id="152" name="Google Shape;152;p22"/>
          <p:cNvSpPr txBox="1"/>
          <p:nvPr>
            <p:ph type="title"/>
          </p:nvPr>
        </p:nvSpPr>
        <p:spPr>
          <a:xfrm>
            <a:off x="4571900" y="1257800"/>
            <a:ext cx="3189000" cy="128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3" name="Google Shape;153;p22"/>
          <p:cNvSpPr txBox="1"/>
          <p:nvPr>
            <p:ph idx="1" type="subTitle"/>
          </p:nvPr>
        </p:nvSpPr>
        <p:spPr>
          <a:xfrm>
            <a:off x="4571900" y="2738075"/>
            <a:ext cx="3189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2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22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22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22"/>
          <p:cNvSpPr txBox="1"/>
          <p:nvPr>
            <p:ph idx="2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2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1 - Blank Light">
  <p:cSld name="BLANK_1">
    <p:bg>
      <p:bgPr>
        <a:solidFill>
          <a:schemeClr val="lt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3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2 - No Logo Dark">
  <p:cSld name="BLANK_1_1_1_1">
    <p:bg>
      <p:bgPr>
        <a:solidFill>
          <a:srgbClr val="292929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2 - No Logo Light">
  <p:cSld name="BLANK_1_1_1_2">
    <p:bg>
      <p:bgPr>
        <a:solidFill>
          <a:schemeClr val="lt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71 - Bird Divider">
  <p:cSld name="BLANK_1_1_1_1_1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6"/>
          <p:cNvPicPr preferRelativeResize="0"/>
          <p:nvPr/>
        </p:nvPicPr>
        <p:blipFill rotWithShape="1">
          <a:blip r:embed="rId2">
            <a:alphaModFix/>
          </a:blip>
          <a:srcRect b="4538" l="900" r="14232" t="4710"/>
          <a:stretch/>
        </p:blipFill>
        <p:spPr>
          <a:xfrm>
            <a:off x="3547625" y="0"/>
            <a:ext cx="5596375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6"/>
          <p:cNvSpPr/>
          <p:nvPr/>
        </p:nvSpPr>
        <p:spPr>
          <a:xfrm>
            <a:off x="0" y="4617775"/>
            <a:ext cx="9144000" cy="52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26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26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26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6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72 - Bird Divider Dark">
  <p:cSld name="BLANK_1_1_1_1_1_1">
    <p:bg>
      <p:bgPr>
        <a:solidFill>
          <a:srgbClr val="292929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7"/>
          <p:cNvPicPr preferRelativeResize="0"/>
          <p:nvPr/>
        </p:nvPicPr>
        <p:blipFill rotWithShape="1">
          <a:blip r:embed="rId2">
            <a:alphaModFix/>
          </a:blip>
          <a:srcRect b="4538" l="900" r="14232" t="4710"/>
          <a:stretch/>
        </p:blipFill>
        <p:spPr>
          <a:xfrm>
            <a:off x="3547625" y="0"/>
            <a:ext cx="5596375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/>
          <p:nvPr/>
        </p:nvSpPr>
        <p:spPr>
          <a:xfrm>
            <a:off x="0" y="4617775"/>
            <a:ext cx="9144000" cy="5256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7" name="Google Shape;177;p27"/>
          <p:cNvPicPr preferRelativeResize="0"/>
          <p:nvPr/>
        </p:nvPicPr>
        <p:blipFill rotWithShape="1">
          <a:blip r:embed="rId3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27"/>
          <p:cNvCxnSpPr/>
          <p:nvPr/>
        </p:nvCxnSpPr>
        <p:spPr>
          <a:xfrm rot="10800000">
            <a:off x="8639150" y="4627425"/>
            <a:ext cx="0" cy="5256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27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27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D6D6D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1" name="Google Shape;181;p27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700"/>
              <a:buNone/>
              <a:defRPr b="1" sz="700">
                <a:solidFill>
                  <a:srgbClr val="D6D6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9pPr>
          </a:lstStyle>
          <a:p/>
        </p:txBody>
      </p:sp>
      <p:sp>
        <p:nvSpPr>
          <p:cNvPr id="182" name="Google Shape;182;p27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D6D6D6"/>
                </a:solidFill>
              </a:defRPr>
            </a:lvl1pPr>
            <a:lvl2pPr lvl="1">
              <a:buNone/>
              <a:defRPr sz="700">
                <a:solidFill>
                  <a:srgbClr val="D6D6D6"/>
                </a:solidFill>
              </a:defRPr>
            </a:lvl2pPr>
            <a:lvl3pPr lvl="2">
              <a:buNone/>
              <a:defRPr sz="700">
                <a:solidFill>
                  <a:srgbClr val="D6D6D6"/>
                </a:solidFill>
              </a:defRPr>
            </a:lvl3pPr>
            <a:lvl4pPr lvl="3">
              <a:buNone/>
              <a:defRPr sz="700">
                <a:solidFill>
                  <a:srgbClr val="D6D6D6"/>
                </a:solidFill>
              </a:defRPr>
            </a:lvl4pPr>
            <a:lvl5pPr lvl="4">
              <a:buNone/>
              <a:defRPr sz="700">
                <a:solidFill>
                  <a:srgbClr val="D6D6D6"/>
                </a:solidFill>
              </a:defRPr>
            </a:lvl5pPr>
            <a:lvl6pPr lvl="5">
              <a:buNone/>
              <a:defRPr sz="700">
                <a:solidFill>
                  <a:srgbClr val="D6D6D6"/>
                </a:solidFill>
              </a:defRPr>
            </a:lvl6pPr>
            <a:lvl7pPr lvl="6">
              <a:buNone/>
              <a:defRPr sz="700">
                <a:solidFill>
                  <a:srgbClr val="D6D6D6"/>
                </a:solidFill>
              </a:defRPr>
            </a:lvl7pPr>
            <a:lvl8pPr lvl="7">
              <a:buNone/>
              <a:defRPr sz="700">
                <a:solidFill>
                  <a:srgbClr val="D6D6D6"/>
                </a:solidFill>
              </a:defRPr>
            </a:lvl8pPr>
            <a:lvl9pPr lvl="8">
              <a:buNone/>
              <a:defRPr sz="700">
                <a:solidFill>
                  <a:srgbClr val="D6D6D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1 - Title and Body" type="tx">
  <p:cSld name="TITLE_AND_BODY"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457200" y="863550"/>
            <a:ext cx="822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5" name="Google Shape;185;p28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86" name="Google Shape;186;p28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" name="Google Shape;187;p28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28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28"/>
          <p:cNvSpPr txBox="1"/>
          <p:nvPr>
            <p:ph idx="2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8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28"/>
          <p:cNvSpPr txBox="1"/>
          <p:nvPr>
            <p:ph type="title"/>
          </p:nvPr>
        </p:nvSpPr>
        <p:spPr>
          <a:xfrm>
            <a:off x="457200" y="314325"/>
            <a:ext cx="8223600" cy="4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None/>
              <a:defRPr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2 - Two Column" type="twoColTx">
  <p:cSld name="TITLE_AND_TWO_COLUMNS">
    <p:bg>
      <p:bgPr>
        <a:solidFill>
          <a:schemeClr val="lt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>
            <p:ph idx="1" type="body"/>
          </p:nvPr>
        </p:nvSpPr>
        <p:spPr>
          <a:xfrm>
            <a:off x="457200" y="863550"/>
            <a:ext cx="400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4" name="Google Shape;194;p29"/>
          <p:cNvSpPr txBox="1"/>
          <p:nvPr>
            <p:ph idx="2" type="body"/>
          </p:nvPr>
        </p:nvSpPr>
        <p:spPr>
          <a:xfrm>
            <a:off x="4685400" y="863550"/>
            <a:ext cx="400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5" name="Google Shape;195;p29"/>
          <p:cNvSpPr txBox="1"/>
          <p:nvPr>
            <p:ph type="title"/>
          </p:nvPr>
        </p:nvSpPr>
        <p:spPr>
          <a:xfrm>
            <a:off x="457200" y="314325"/>
            <a:ext cx="8223600" cy="4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500"/>
              <a:buFont typeface="DM Sans SemiBold"/>
              <a:buNone/>
              <a:defRPr sz="2500">
                <a:solidFill>
                  <a:srgbClr val="171717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6" name="Google Shape;196;p29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7" name="Google Shape;197;p29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29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29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29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9"/>
          <p:cNvSpPr txBox="1"/>
          <p:nvPr>
            <p:ph idx="3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0-  What We Know">
  <p:cSld name="TITLE_AND_TWO_COLUMNS_1">
    <p:bg>
      <p:bgPr>
        <a:solidFill>
          <a:schemeClr val="lt2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457200" y="314325"/>
            <a:ext cx="8223600" cy="4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500"/>
              <a:buFont typeface="DM Sans SemiBold"/>
              <a:buNone/>
              <a:defRPr sz="2500">
                <a:solidFill>
                  <a:srgbClr val="171717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4" name="Google Shape;204;p30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30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30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30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30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0" name="Google Shape;210;p30"/>
          <p:cNvPicPr preferRelativeResize="0"/>
          <p:nvPr/>
        </p:nvPicPr>
        <p:blipFill rotWithShape="1">
          <a:blip r:embed="rId3">
            <a:alphaModFix/>
          </a:blip>
          <a:srcRect b="0" l="0" r="19303" t="27315"/>
          <a:stretch/>
        </p:blipFill>
        <p:spPr>
          <a:xfrm>
            <a:off x="6240675" y="0"/>
            <a:ext cx="2903325" cy="261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0"/>
          <p:cNvSpPr/>
          <p:nvPr/>
        </p:nvSpPr>
        <p:spPr>
          <a:xfrm>
            <a:off x="3772650" y="918300"/>
            <a:ext cx="3277800" cy="330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365750" spcFirstLastPara="1" rIns="91425" wrap="square" tIns="64007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2" name="Google Shape;212;p30"/>
          <p:cNvSpPr/>
          <p:nvPr/>
        </p:nvSpPr>
        <p:spPr>
          <a:xfrm>
            <a:off x="480000" y="918300"/>
            <a:ext cx="3126600" cy="330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365750" spcFirstLastPara="1" rIns="91425" wrap="square" tIns="6400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30"/>
          <p:cNvSpPr/>
          <p:nvPr/>
        </p:nvSpPr>
        <p:spPr>
          <a:xfrm rot="5400000">
            <a:off x="-1080450" y="2475450"/>
            <a:ext cx="3310200" cy="189300"/>
          </a:xfrm>
          <a:prstGeom prst="rect">
            <a:avLst/>
          </a:prstGeom>
          <a:solidFill>
            <a:srgbClr val="4CEC8C"/>
          </a:solidFill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92929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886353" y="1102968"/>
            <a:ext cx="18621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900">
                <a:solidFill>
                  <a:srgbClr val="575757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AS A COMPANY</a:t>
            </a:r>
            <a:endParaRPr sz="900">
              <a:solidFill>
                <a:srgbClr val="575757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cxnSp>
        <p:nvCxnSpPr>
          <p:cNvPr id="215" name="Google Shape;215;p30"/>
          <p:cNvCxnSpPr/>
          <p:nvPr/>
        </p:nvCxnSpPr>
        <p:spPr>
          <a:xfrm rot="10800000">
            <a:off x="800000" y="1425420"/>
            <a:ext cx="2640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30"/>
          <p:cNvSpPr txBox="1"/>
          <p:nvPr/>
        </p:nvSpPr>
        <p:spPr>
          <a:xfrm>
            <a:off x="4102298" y="1102968"/>
            <a:ext cx="18621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900">
                <a:solidFill>
                  <a:srgbClr val="575757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ANALYTICS PLATFORM NEEDS</a:t>
            </a:r>
            <a:endParaRPr sz="900">
              <a:solidFill>
                <a:srgbClr val="575757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cxnSp>
        <p:nvCxnSpPr>
          <p:cNvPr id="217" name="Google Shape;217;p30"/>
          <p:cNvCxnSpPr/>
          <p:nvPr/>
        </p:nvCxnSpPr>
        <p:spPr>
          <a:xfrm rot="10800000">
            <a:off x="4016045" y="1425525"/>
            <a:ext cx="2781900" cy="6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8" name="Google Shape;21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440000" y="3722800"/>
            <a:ext cx="502400" cy="50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0"/>
          <p:cNvSpPr txBox="1"/>
          <p:nvPr>
            <p:ph idx="2" type="body"/>
          </p:nvPr>
        </p:nvSpPr>
        <p:spPr>
          <a:xfrm>
            <a:off x="480050" y="918225"/>
            <a:ext cx="3126600" cy="3306900"/>
          </a:xfrm>
          <a:prstGeom prst="rect">
            <a:avLst/>
          </a:prstGeom>
        </p:spPr>
        <p:txBody>
          <a:bodyPr anchorCtr="0" anchor="t" bIns="91425" lIns="365750" spcFirstLastPara="1" rIns="91425" wrap="square" tIns="64007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0" name="Google Shape;220;p30"/>
          <p:cNvSpPr txBox="1"/>
          <p:nvPr>
            <p:ph idx="3" type="body"/>
          </p:nvPr>
        </p:nvSpPr>
        <p:spPr>
          <a:xfrm>
            <a:off x="3791200" y="918300"/>
            <a:ext cx="3277800" cy="3306900"/>
          </a:xfrm>
          <a:prstGeom prst="rect">
            <a:avLst/>
          </a:prstGeom>
        </p:spPr>
        <p:txBody>
          <a:bodyPr anchorCtr="0" anchor="t" bIns="91425" lIns="274300" spcFirstLastPara="1" rIns="91425" wrap="square" tIns="64007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9 - Section">
  <p:cSld name="SECTION_TITLE_AND_DESCRIPTION">
    <p:bg>
      <p:bgPr>
        <a:solidFill>
          <a:schemeClr val="lt2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/>
          <p:nvPr/>
        </p:nvSpPr>
        <p:spPr>
          <a:xfrm>
            <a:off x="4572000" y="-125"/>
            <a:ext cx="4572000" cy="46305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24" name="Google Shape;224;p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25" name="Google Shape;225;p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31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9" name="Google Shape;229;p31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31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31"/>
          <p:cNvSpPr txBox="1"/>
          <p:nvPr>
            <p:ph idx="3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31"/>
          <p:cNvSpPr txBox="1"/>
          <p:nvPr>
            <p:ph idx="4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0 - Customer Testimonial Short" type="blank">
  <p:cSld name="BLANK">
    <p:bg>
      <p:bgPr>
        <a:solidFill>
          <a:schemeClr val="lt2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/>
        </p:nvSpPr>
        <p:spPr>
          <a:xfrm>
            <a:off x="191262" y="2717236"/>
            <a:ext cx="551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9A74"/>
                </a:solidFill>
                <a:highlight>
                  <a:srgbClr val="F0F0F0"/>
                </a:highlight>
                <a:latin typeface="DM Sans Medium"/>
                <a:ea typeface="DM Sans Medium"/>
                <a:cs typeface="DM Sans Medium"/>
                <a:sym typeface="DM Sans Medium"/>
              </a:rPr>
              <a:t>“</a:t>
            </a:r>
            <a:endParaRPr>
              <a:solidFill>
                <a:srgbClr val="FF9A74"/>
              </a:solidFill>
            </a:endParaRPr>
          </a:p>
        </p:txBody>
      </p:sp>
      <p:cxnSp>
        <p:nvCxnSpPr>
          <p:cNvPr id="235" name="Google Shape;235;p32"/>
          <p:cNvCxnSpPr/>
          <p:nvPr/>
        </p:nvCxnSpPr>
        <p:spPr>
          <a:xfrm>
            <a:off x="6380550" y="1237603"/>
            <a:ext cx="27636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32"/>
          <p:cNvCxnSpPr/>
          <p:nvPr/>
        </p:nvCxnSpPr>
        <p:spPr>
          <a:xfrm>
            <a:off x="6568750" y="643850"/>
            <a:ext cx="0" cy="39867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32"/>
          <p:cNvSpPr txBox="1"/>
          <p:nvPr/>
        </p:nvSpPr>
        <p:spPr>
          <a:xfrm>
            <a:off x="6916125" y="1426725"/>
            <a:ext cx="19602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32"/>
          <p:cNvSpPr/>
          <p:nvPr>
            <p:ph idx="2" type="pic"/>
          </p:nvPr>
        </p:nvSpPr>
        <p:spPr>
          <a:xfrm>
            <a:off x="6916025" y="643850"/>
            <a:ext cx="1359300" cy="5037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32"/>
          <p:cNvSpPr txBox="1"/>
          <p:nvPr>
            <p:ph idx="1" type="body"/>
          </p:nvPr>
        </p:nvSpPr>
        <p:spPr>
          <a:xfrm>
            <a:off x="6916025" y="1426725"/>
            <a:ext cx="1974000" cy="28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00"/>
              <a:buFont typeface="DM Mono Medium"/>
              <a:buChar char="●"/>
              <a:defRPr sz="800">
                <a:solidFill>
                  <a:srgbClr val="1E1E1E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00"/>
              <a:buChar char="○"/>
              <a:defRPr sz="800">
                <a:solidFill>
                  <a:srgbClr val="1E1E1E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00"/>
              <a:buChar char="■"/>
              <a:defRPr sz="800">
                <a:solidFill>
                  <a:srgbClr val="1E1E1E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00"/>
              <a:buChar char="●"/>
              <a:defRPr sz="800">
                <a:solidFill>
                  <a:srgbClr val="1E1E1E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600"/>
              <a:buChar char="○"/>
              <a:defRPr sz="600">
                <a:solidFill>
                  <a:srgbClr val="1E1E1E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600"/>
              <a:buChar char="■"/>
              <a:defRPr sz="600">
                <a:solidFill>
                  <a:srgbClr val="1E1E1E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Char char="●"/>
              <a:defRPr>
                <a:solidFill>
                  <a:srgbClr val="1E1E1E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Char char="○"/>
              <a:defRPr>
                <a:solidFill>
                  <a:srgbClr val="1E1E1E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Char char="■"/>
              <a:defRPr>
                <a:solidFill>
                  <a:srgbClr val="1E1E1E"/>
                </a:solidFill>
              </a:defRPr>
            </a:lvl9pPr>
          </a:lstStyle>
          <a:p/>
        </p:txBody>
      </p:sp>
      <p:sp>
        <p:nvSpPr>
          <p:cNvPr id="240" name="Google Shape;240;p32"/>
          <p:cNvSpPr txBox="1"/>
          <p:nvPr>
            <p:ph idx="3" type="body"/>
          </p:nvPr>
        </p:nvSpPr>
        <p:spPr>
          <a:xfrm>
            <a:off x="480000" y="3048000"/>
            <a:ext cx="5470200" cy="15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  <a:defRPr sz="3200">
                <a:solidFill>
                  <a:schemeClr val="accent4"/>
                </a:solidFill>
              </a:defRPr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○"/>
              <a:defRPr sz="3200">
                <a:solidFill>
                  <a:schemeClr val="accent4"/>
                </a:solidFill>
              </a:defRPr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■"/>
              <a:defRPr sz="3200">
                <a:solidFill>
                  <a:schemeClr val="accent4"/>
                </a:solidFill>
              </a:defRPr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  <a:defRPr sz="3200">
                <a:solidFill>
                  <a:schemeClr val="accent4"/>
                </a:solidFill>
              </a:defRPr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○"/>
              <a:defRPr sz="3200">
                <a:solidFill>
                  <a:schemeClr val="accent4"/>
                </a:solidFill>
              </a:defRPr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■"/>
              <a:defRPr sz="3200">
                <a:solidFill>
                  <a:schemeClr val="accent4"/>
                </a:solidFill>
              </a:defRPr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  <a:defRPr sz="3200">
                <a:solidFill>
                  <a:schemeClr val="accent4"/>
                </a:solidFill>
              </a:defRPr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○"/>
              <a:defRPr sz="3200">
                <a:solidFill>
                  <a:schemeClr val="accent4"/>
                </a:solidFill>
              </a:defRPr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■"/>
              <a:defRPr sz="3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1" name="Google Shape;241;p32"/>
          <p:cNvSpPr txBox="1"/>
          <p:nvPr>
            <p:ph type="title"/>
          </p:nvPr>
        </p:nvSpPr>
        <p:spPr>
          <a:xfrm>
            <a:off x="480000" y="686075"/>
            <a:ext cx="5470200" cy="787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500"/>
              <a:buFont typeface="DM Sans SemiBold"/>
              <a:buNone/>
              <a:defRPr sz="2500">
                <a:solidFill>
                  <a:srgbClr val="171717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2" name="Google Shape;242;p32"/>
          <p:cNvSpPr txBox="1"/>
          <p:nvPr>
            <p:ph idx="4" type="subTitle"/>
          </p:nvPr>
        </p:nvSpPr>
        <p:spPr>
          <a:xfrm>
            <a:off x="480000" y="424950"/>
            <a:ext cx="5470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900"/>
              <a:buFont typeface="DM Mono Medium"/>
              <a:buNone/>
              <a:defRPr sz="900">
                <a:solidFill>
                  <a:srgbClr val="575757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32"/>
          <p:cNvSpPr txBox="1"/>
          <p:nvPr>
            <p:ph idx="5" type="body"/>
          </p:nvPr>
        </p:nvSpPr>
        <p:spPr>
          <a:xfrm>
            <a:off x="480000" y="1596400"/>
            <a:ext cx="31842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00"/>
              <a:buChar char="●"/>
              <a:defRPr sz="1000">
                <a:solidFill>
                  <a:srgbClr val="575757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00"/>
              <a:buChar char="○"/>
              <a:defRPr sz="1000">
                <a:solidFill>
                  <a:srgbClr val="575757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00"/>
              <a:buChar char="■"/>
              <a:defRPr sz="1000">
                <a:solidFill>
                  <a:srgbClr val="575757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00"/>
              <a:buChar char="●"/>
              <a:defRPr sz="1000">
                <a:solidFill>
                  <a:srgbClr val="575757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00"/>
              <a:buChar char="○"/>
              <a:defRPr sz="1000">
                <a:solidFill>
                  <a:srgbClr val="575757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00"/>
              <a:buChar char="■"/>
              <a:defRPr sz="1000">
                <a:solidFill>
                  <a:srgbClr val="575757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00"/>
              <a:buChar char="●"/>
              <a:defRPr sz="1000">
                <a:solidFill>
                  <a:srgbClr val="575757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00"/>
              <a:buChar char="○"/>
              <a:defRPr sz="1000">
                <a:solidFill>
                  <a:srgbClr val="575757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00"/>
              <a:buChar char="■"/>
              <a:defRPr sz="1000">
                <a:solidFill>
                  <a:srgbClr val="575757"/>
                </a:solidFill>
              </a:defRPr>
            </a:lvl9pPr>
          </a:lstStyle>
          <a:p/>
        </p:txBody>
      </p:sp>
      <p:sp>
        <p:nvSpPr>
          <p:cNvPr id="244" name="Google Shape;244;p32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45" name="Google Shape;245;p32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32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32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32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2"/>
          <p:cNvSpPr txBox="1"/>
          <p:nvPr>
            <p:ph idx="6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1 - Customer Testimonial Long">
  <p:cSld name="BLANK_1_1_1_3">
    <p:bg>
      <p:bgPr>
        <a:solidFill>
          <a:srgbClr val="292929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>
            <p:ph idx="1" type="subTitle"/>
          </p:nvPr>
        </p:nvSpPr>
        <p:spPr>
          <a:xfrm>
            <a:off x="480000" y="444075"/>
            <a:ext cx="33219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DM Mono Medium"/>
              <a:buNone/>
              <a:defRPr sz="800">
                <a:solidFill>
                  <a:schemeClr val="accent5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DM Mono Medium"/>
              <a:buNone/>
              <a:defRPr sz="800">
                <a:solidFill>
                  <a:schemeClr val="accent5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DM Mono Medium"/>
              <a:buNone/>
              <a:defRPr sz="800">
                <a:solidFill>
                  <a:schemeClr val="accent5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DM Mono Medium"/>
              <a:buNone/>
              <a:defRPr sz="800">
                <a:solidFill>
                  <a:schemeClr val="accent5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DM Mono Medium"/>
              <a:buNone/>
              <a:defRPr sz="800">
                <a:solidFill>
                  <a:schemeClr val="accent5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DM Mono Medium"/>
              <a:buNone/>
              <a:defRPr sz="800">
                <a:solidFill>
                  <a:schemeClr val="accent5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DM Mono Medium"/>
              <a:buNone/>
              <a:defRPr sz="800">
                <a:solidFill>
                  <a:schemeClr val="accent5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DM Mono Medium"/>
              <a:buNone/>
              <a:defRPr sz="800">
                <a:solidFill>
                  <a:schemeClr val="accent5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DM Mono Medium"/>
              <a:buNone/>
              <a:defRPr sz="800">
                <a:solidFill>
                  <a:schemeClr val="accent5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480000" y="702775"/>
            <a:ext cx="4297800" cy="40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3" name="Google Shape;253;p33"/>
          <p:cNvSpPr txBox="1"/>
          <p:nvPr>
            <p:ph idx="2" type="body"/>
          </p:nvPr>
        </p:nvSpPr>
        <p:spPr>
          <a:xfrm>
            <a:off x="489575" y="1224775"/>
            <a:ext cx="3733800" cy="7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33"/>
          <p:cNvSpPr txBox="1"/>
          <p:nvPr>
            <p:ph idx="3" type="body"/>
          </p:nvPr>
        </p:nvSpPr>
        <p:spPr>
          <a:xfrm>
            <a:off x="4921575" y="210775"/>
            <a:ext cx="3717600" cy="145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●"/>
              <a:defRPr sz="1800">
                <a:solidFill>
                  <a:schemeClr val="accent5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○"/>
              <a:defRPr sz="1800">
                <a:solidFill>
                  <a:schemeClr val="accent5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■"/>
              <a:defRPr sz="1800">
                <a:solidFill>
                  <a:schemeClr val="accent5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●"/>
              <a:defRPr sz="1800">
                <a:solidFill>
                  <a:schemeClr val="accent5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○"/>
              <a:defRPr sz="1800">
                <a:solidFill>
                  <a:schemeClr val="accent5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■"/>
              <a:defRPr sz="1800">
                <a:solidFill>
                  <a:schemeClr val="accent5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●"/>
              <a:defRPr sz="1800">
                <a:solidFill>
                  <a:schemeClr val="accent5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○"/>
              <a:defRPr sz="1800">
                <a:solidFill>
                  <a:schemeClr val="accent5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■"/>
              <a:defRPr sz="18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55" name="Google Shape;255;p33"/>
          <p:cNvSpPr txBox="1"/>
          <p:nvPr>
            <p:ph idx="4" type="body"/>
          </p:nvPr>
        </p:nvSpPr>
        <p:spPr>
          <a:xfrm>
            <a:off x="500100" y="2363700"/>
            <a:ext cx="1862100" cy="199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33"/>
          <p:cNvSpPr txBox="1"/>
          <p:nvPr>
            <p:ph idx="5" type="body"/>
          </p:nvPr>
        </p:nvSpPr>
        <p:spPr>
          <a:xfrm>
            <a:off x="2754798" y="2363700"/>
            <a:ext cx="1862100" cy="199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7" name="Google Shape;257;p33"/>
          <p:cNvSpPr txBox="1"/>
          <p:nvPr>
            <p:ph idx="6" type="body"/>
          </p:nvPr>
        </p:nvSpPr>
        <p:spPr>
          <a:xfrm>
            <a:off x="5026296" y="2363700"/>
            <a:ext cx="1862100" cy="199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58" name="Google Shape;258;p33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p33"/>
          <p:cNvCxnSpPr/>
          <p:nvPr/>
        </p:nvCxnSpPr>
        <p:spPr>
          <a:xfrm rot="10800000">
            <a:off x="8639150" y="4627425"/>
            <a:ext cx="0" cy="5256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33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33"/>
          <p:cNvSpPr txBox="1"/>
          <p:nvPr/>
        </p:nvSpPr>
        <p:spPr>
          <a:xfrm>
            <a:off x="500025" y="1979050"/>
            <a:ext cx="18621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00">
                <a:solidFill>
                  <a:schemeClr val="lt1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Challenge</a:t>
            </a:r>
            <a:endParaRPr sz="800">
              <a:solidFill>
                <a:schemeClr val="lt1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cxnSp>
        <p:nvCxnSpPr>
          <p:cNvPr id="262" name="Google Shape;262;p33"/>
          <p:cNvCxnSpPr/>
          <p:nvPr/>
        </p:nvCxnSpPr>
        <p:spPr>
          <a:xfrm rot="10800000">
            <a:off x="380940" y="2301495"/>
            <a:ext cx="20346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33"/>
          <p:cNvSpPr txBox="1"/>
          <p:nvPr/>
        </p:nvSpPr>
        <p:spPr>
          <a:xfrm>
            <a:off x="2763198" y="1979050"/>
            <a:ext cx="18621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00">
                <a:solidFill>
                  <a:schemeClr val="lt1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Solution</a:t>
            </a:r>
            <a:endParaRPr sz="800">
              <a:solidFill>
                <a:schemeClr val="lt1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cxnSp>
        <p:nvCxnSpPr>
          <p:cNvPr id="264" name="Google Shape;264;p33"/>
          <p:cNvCxnSpPr/>
          <p:nvPr/>
        </p:nvCxnSpPr>
        <p:spPr>
          <a:xfrm rot="10800000">
            <a:off x="2644113" y="2301495"/>
            <a:ext cx="20346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33"/>
          <p:cNvSpPr txBox="1"/>
          <p:nvPr/>
        </p:nvSpPr>
        <p:spPr>
          <a:xfrm>
            <a:off x="5026370" y="1979050"/>
            <a:ext cx="18621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00">
                <a:solidFill>
                  <a:schemeClr val="lt1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Outcome</a:t>
            </a:r>
            <a:endParaRPr sz="800">
              <a:solidFill>
                <a:schemeClr val="lt1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cxnSp>
        <p:nvCxnSpPr>
          <p:cNvPr id="266" name="Google Shape;266;p33"/>
          <p:cNvCxnSpPr/>
          <p:nvPr/>
        </p:nvCxnSpPr>
        <p:spPr>
          <a:xfrm rot="10800000">
            <a:off x="4907285" y="2301495"/>
            <a:ext cx="20346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33"/>
          <p:cNvSpPr/>
          <p:nvPr/>
        </p:nvSpPr>
        <p:spPr>
          <a:xfrm>
            <a:off x="7178050" y="1979050"/>
            <a:ext cx="1965900" cy="2648700"/>
          </a:xfrm>
          <a:prstGeom prst="rect">
            <a:avLst/>
          </a:prstGeom>
          <a:solidFill>
            <a:srgbClr val="A8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68" name="Google Shape;268;p33"/>
          <p:cNvGrpSpPr/>
          <p:nvPr/>
        </p:nvGrpSpPr>
        <p:grpSpPr>
          <a:xfrm>
            <a:off x="8112391" y="1670125"/>
            <a:ext cx="526759" cy="525594"/>
            <a:chOff x="3935101" y="617254"/>
            <a:chExt cx="239012" cy="238527"/>
          </a:xfrm>
        </p:grpSpPr>
        <p:sp>
          <p:nvSpPr>
            <p:cNvPr id="269" name="Google Shape;269;p33"/>
            <p:cNvSpPr/>
            <p:nvPr/>
          </p:nvSpPr>
          <p:spPr>
            <a:xfrm>
              <a:off x="3982104" y="664930"/>
              <a:ext cx="47700" cy="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70" name="Google Shape;270;p33"/>
            <p:cNvSpPr/>
            <p:nvPr/>
          </p:nvSpPr>
          <p:spPr>
            <a:xfrm>
              <a:off x="4029779" y="711880"/>
              <a:ext cx="47700" cy="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71" name="Google Shape;271;p33"/>
            <p:cNvSpPr/>
            <p:nvPr/>
          </p:nvSpPr>
          <p:spPr>
            <a:xfrm>
              <a:off x="4078768" y="759556"/>
              <a:ext cx="47700" cy="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72" name="Google Shape;272;p33"/>
            <p:cNvSpPr/>
            <p:nvPr/>
          </p:nvSpPr>
          <p:spPr>
            <a:xfrm>
              <a:off x="3982104" y="760133"/>
              <a:ext cx="47700" cy="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73" name="Google Shape;273;p33"/>
            <p:cNvSpPr/>
            <p:nvPr/>
          </p:nvSpPr>
          <p:spPr>
            <a:xfrm>
              <a:off x="4078768" y="664929"/>
              <a:ext cx="47700" cy="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74" name="Google Shape;274;p33"/>
            <p:cNvSpPr/>
            <p:nvPr/>
          </p:nvSpPr>
          <p:spPr>
            <a:xfrm>
              <a:off x="3935101" y="617254"/>
              <a:ext cx="47700" cy="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75" name="Google Shape;275;p33"/>
            <p:cNvSpPr/>
            <p:nvPr/>
          </p:nvSpPr>
          <p:spPr>
            <a:xfrm>
              <a:off x="3935101" y="808081"/>
              <a:ext cx="47700" cy="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76" name="Google Shape;276;p33"/>
            <p:cNvSpPr/>
            <p:nvPr/>
          </p:nvSpPr>
          <p:spPr>
            <a:xfrm>
              <a:off x="4126414" y="808081"/>
              <a:ext cx="47700" cy="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77" name="Google Shape;277;p33"/>
            <p:cNvSpPr/>
            <p:nvPr/>
          </p:nvSpPr>
          <p:spPr>
            <a:xfrm>
              <a:off x="4126414" y="617254"/>
              <a:ext cx="47700" cy="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78" name="Google Shape;278;p33"/>
          <p:cNvSpPr txBox="1"/>
          <p:nvPr>
            <p:ph idx="7" type="subTitle"/>
          </p:nvPr>
        </p:nvSpPr>
        <p:spPr>
          <a:xfrm>
            <a:off x="7514150" y="3831175"/>
            <a:ext cx="1237500" cy="3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600"/>
              <a:buFont typeface="DM Mono"/>
              <a:buNone/>
              <a:defRPr sz="2600">
                <a:solidFill>
                  <a:srgbClr val="171717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79" name="Google Shape;279;p33"/>
          <p:cNvSpPr txBox="1"/>
          <p:nvPr>
            <p:ph idx="8" type="subTitle"/>
          </p:nvPr>
        </p:nvSpPr>
        <p:spPr>
          <a:xfrm>
            <a:off x="7514151" y="4217050"/>
            <a:ext cx="1498500" cy="1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800"/>
              <a:buNone/>
              <a:defRPr sz="8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33"/>
          <p:cNvSpPr txBox="1"/>
          <p:nvPr>
            <p:ph idx="9" type="subTitle"/>
          </p:nvPr>
        </p:nvSpPr>
        <p:spPr>
          <a:xfrm>
            <a:off x="7552576" y="3061034"/>
            <a:ext cx="1237500" cy="3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600"/>
              <a:buFont typeface="DM Mono"/>
              <a:buNone/>
              <a:defRPr sz="2600">
                <a:solidFill>
                  <a:srgbClr val="171717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81" name="Google Shape;281;p33"/>
          <p:cNvSpPr txBox="1"/>
          <p:nvPr>
            <p:ph idx="13" type="subTitle"/>
          </p:nvPr>
        </p:nvSpPr>
        <p:spPr>
          <a:xfrm>
            <a:off x="7552576" y="3446909"/>
            <a:ext cx="1498500" cy="1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800"/>
              <a:buNone/>
              <a:defRPr sz="8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3"/>
          <p:cNvSpPr txBox="1"/>
          <p:nvPr>
            <p:ph idx="14" type="subTitle"/>
          </p:nvPr>
        </p:nvSpPr>
        <p:spPr>
          <a:xfrm>
            <a:off x="7552576" y="2290893"/>
            <a:ext cx="1237500" cy="3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600"/>
              <a:buFont typeface="DM Mono"/>
              <a:buNone/>
              <a:defRPr sz="2600">
                <a:solidFill>
                  <a:srgbClr val="171717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83" name="Google Shape;283;p33"/>
          <p:cNvSpPr txBox="1"/>
          <p:nvPr>
            <p:ph idx="15" type="subTitle"/>
          </p:nvPr>
        </p:nvSpPr>
        <p:spPr>
          <a:xfrm>
            <a:off x="7552576" y="2676768"/>
            <a:ext cx="1498500" cy="1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800"/>
              <a:buNone/>
              <a:defRPr sz="8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33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D6D6D6"/>
                </a:solidFill>
              </a:defRPr>
            </a:lvl1pPr>
            <a:lvl2pPr lvl="1">
              <a:buNone/>
              <a:defRPr sz="700">
                <a:solidFill>
                  <a:srgbClr val="D6D6D6"/>
                </a:solidFill>
              </a:defRPr>
            </a:lvl2pPr>
            <a:lvl3pPr lvl="2">
              <a:buNone/>
              <a:defRPr sz="700">
                <a:solidFill>
                  <a:srgbClr val="D6D6D6"/>
                </a:solidFill>
              </a:defRPr>
            </a:lvl3pPr>
            <a:lvl4pPr lvl="3">
              <a:buNone/>
              <a:defRPr sz="700">
                <a:solidFill>
                  <a:srgbClr val="D6D6D6"/>
                </a:solidFill>
              </a:defRPr>
            </a:lvl4pPr>
            <a:lvl5pPr lvl="4">
              <a:buNone/>
              <a:defRPr sz="700">
                <a:solidFill>
                  <a:srgbClr val="D6D6D6"/>
                </a:solidFill>
              </a:defRPr>
            </a:lvl5pPr>
            <a:lvl6pPr lvl="5">
              <a:buNone/>
              <a:defRPr sz="700">
                <a:solidFill>
                  <a:srgbClr val="D6D6D6"/>
                </a:solidFill>
              </a:defRPr>
            </a:lvl6pPr>
            <a:lvl7pPr lvl="6">
              <a:buNone/>
              <a:defRPr sz="700">
                <a:solidFill>
                  <a:srgbClr val="D6D6D6"/>
                </a:solidFill>
              </a:defRPr>
            </a:lvl7pPr>
            <a:lvl8pPr lvl="7">
              <a:buNone/>
              <a:defRPr sz="700">
                <a:solidFill>
                  <a:srgbClr val="D6D6D6"/>
                </a:solidFill>
              </a:defRPr>
            </a:lvl8pPr>
            <a:lvl9pPr lvl="8">
              <a:buNone/>
              <a:defRPr sz="700">
                <a:solidFill>
                  <a:srgbClr val="D6D6D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33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D6D6D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6" name="Google Shape;286;p33"/>
          <p:cNvSpPr txBox="1"/>
          <p:nvPr>
            <p:ph idx="16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700"/>
              <a:buNone/>
              <a:defRPr b="1" sz="700">
                <a:solidFill>
                  <a:srgbClr val="D6D6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2 - Customer Testimonial Long w/ Image">
  <p:cSld name="BLANK_1_1_1_4">
    <p:bg>
      <p:bgPr>
        <a:solidFill>
          <a:srgbClr val="292929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/>
          <p:nvPr>
            <p:ph idx="2" type="pic"/>
          </p:nvPr>
        </p:nvSpPr>
        <p:spPr>
          <a:xfrm>
            <a:off x="5021437" y="50"/>
            <a:ext cx="4122600" cy="1776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34"/>
          <p:cNvSpPr txBox="1"/>
          <p:nvPr>
            <p:ph idx="1" type="subTitle"/>
          </p:nvPr>
        </p:nvSpPr>
        <p:spPr>
          <a:xfrm>
            <a:off x="480000" y="444075"/>
            <a:ext cx="33219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DM Mono Medium"/>
              <a:buNone/>
              <a:defRPr sz="800">
                <a:solidFill>
                  <a:schemeClr val="accent5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DM Mono Medium"/>
              <a:buNone/>
              <a:defRPr sz="800">
                <a:solidFill>
                  <a:schemeClr val="accent5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DM Mono Medium"/>
              <a:buNone/>
              <a:defRPr sz="800">
                <a:solidFill>
                  <a:schemeClr val="accent5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DM Mono Medium"/>
              <a:buNone/>
              <a:defRPr sz="800">
                <a:solidFill>
                  <a:schemeClr val="accent5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DM Mono Medium"/>
              <a:buNone/>
              <a:defRPr sz="800">
                <a:solidFill>
                  <a:schemeClr val="accent5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DM Mono Medium"/>
              <a:buNone/>
              <a:defRPr sz="800">
                <a:solidFill>
                  <a:schemeClr val="accent5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DM Mono Medium"/>
              <a:buNone/>
              <a:defRPr sz="800">
                <a:solidFill>
                  <a:schemeClr val="accent5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DM Mono Medium"/>
              <a:buNone/>
              <a:defRPr sz="800">
                <a:solidFill>
                  <a:schemeClr val="accent5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DM Mono Medium"/>
              <a:buNone/>
              <a:defRPr sz="800">
                <a:solidFill>
                  <a:schemeClr val="accent5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/>
        </p:txBody>
      </p:sp>
      <p:sp>
        <p:nvSpPr>
          <p:cNvPr id="290" name="Google Shape;290;p34"/>
          <p:cNvSpPr txBox="1"/>
          <p:nvPr>
            <p:ph type="title"/>
          </p:nvPr>
        </p:nvSpPr>
        <p:spPr>
          <a:xfrm>
            <a:off x="480000" y="702775"/>
            <a:ext cx="4297800" cy="40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1" name="Google Shape;291;p34"/>
          <p:cNvSpPr txBox="1"/>
          <p:nvPr>
            <p:ph idx="3" type="body"/>
          </p:nvPr>
        </p:nvSpPr>
        <p:spPr>
          <a:xfrm>
            <a:off x="489575" y="1224775"/>
            <a:ext cx="3733800" cy="7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" name="Google Shape;292;p34"/>
          <p:cNvSpPr txBox="1"/>
          <p:nvPr>
            <p:ph idx="4" type="body"/>
          </p:nvPr>
        </p:nvSpPr>
        <p:spPr>
          <a:xfrm>
            <a:off x="500100" y="2363700"/>
            <a:ext cx="1862100" cy="199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p34"/>
          <p:cNvSpPr txBox="1"/>
          <p:nvPr>
            <p:ph idx="5" type="body"/>
          </p:nvPr>
        </p:nvSpPr>
        <p:spPr>
          <a:xfrm>
            <a:off x="2754798" y="2363700"/>
            <a:ext cx="1862100" cy="199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" name="Google Shape;294;p34"/>
          <p:cNvSpPr txBox="1"/>
          <p:nvPr>
            <p:ph idx="6" type="body"/>
          </p:nvPr>
        </p:nvSpPr>
        <p:spPr>
          <a:xfrm>
            <a:off x="5026296" y="2363700"/>
            <a:ext cx="1862100" cy="199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95" name="Google Shape;295;p34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6" name="Google Shape;296;p34"/>
          <p:cNvCxnSpPr/>
          <p:nvPr/>
        </p:nvCxnSpPr>
        <p:spPr>
          <a:xfrm rot="10800000">
            <a:off x="8639150" y="4627425"/>
            <a:ext cx="0" cy="5256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34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34"/>
          <p:cNvSpPr txBox="1"/>
          <p:nvPr/>
        </p:nvSpPr>
        <p:spPr>
          <a:xfrm>
            <a:off x="500025" y="1979050"/>
            <a:ext cx="18621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00">
                <a:solidFill>
                  <a:schemeClr val="lt1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Challenge</a:t>
            </a:r>
            <a:endParaRPr sz="800">
              <a:solidFill>
                <a:schemeClr val="lt1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cxnSp>
        <p:nvCxnSpPr>
          <p:cNvPr id="299" name="Google Shape;299;p34"/>
          <p:cNvCxnSpPr/>
          <p:nvPr/>
        </p:nvCxnSpPr>
        <p:spPr>
          <a:xfrm rot="10800000">
            <a:off x="380940" y="2301495"/>
            <a:ext cx="20346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34"/>
          <p:cNvSpPr txBox="1"/>
          <p:nvPr/>
        </p:nvSpPr>
        <p:spPr>
          <a:xfrm>
            <a:off x="2763198" y="1979050"/>
            <a:ext cx="18621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00">
                <a:solidFill>
                  <a:schemeClr val="lt1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Solution</a:t>
            </a:r>
            <a:endParaRPr sz="800">
              <a:solidFill>
                <a:schemeClr val="lt1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cxnSp>
        <p:nvCxnSpPr>
          <p:cNvPr id="301" name="Google Shape;301;p34"/>
          <p:cNvCxnSpPr/>
          <p:nvPr/>
        </p:nvCxnSpPr>
        <p:spPr>
          <a:xfrm rot="10800000">
            <a:off x="2644113" y="2301495"/>
            <a:ext cx="20346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34"/>
          <p:cNvSpPr txBox="1"/>
          <p:nvPr/>
        </p:nvSpPr>
        <p:spPr>
          <a:xfrm>
            <a:off x="5026370" y="1979050"/>
            <a:ext cx="18621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00">
                <a:solidFill>
                  <a:schemeClr val="lt1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Outcome</a:t>
            </a:r>
            <a:endParaRPr sz="800">
              <a:solidFill>
                <a:schemeClr val="lt1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cxnSp>
        <p:nvCxnSpPr>
          <p:cNvPr id="303" name="Google Shape;303;p34"/>
          <p:cNvCxnSpPr/>
          <p:nvPr/>
        </p:nvCxnSpPr>
        <p:spPr>
          <a:xfrm rot="10800000">
            <a:off x="4907285" y="2301495"/>
            <a:ext cx="20346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4" name="Google Shape;304;p34"/>
          <p:cNvSpPr/>
          <p:nvPr/>
        </p:nvSpPr>
        <p:spPr>
          <a:xfrm>
            <a:off x="7178050" y="1979050"/>
            <a:ext cx="1965900" cy="2648700"/>
          </a:xfrm>
          <a:prstGeom prst="rect">
            <a:avLst/>
          </a:prstGeom>
          <a:solidFill>
            <a:srgbClr val="A8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05" name="Google Shape;305;p34"/>
          <p:cNvGrpSpPr/>
          <p:nvPr/>
        </p:nvGrpSpPr>
        <p:grpSpPr>
          <a:xfrm>
            <a:off x="8112391" y="1670125"/>
            <a:ext cx="526759" cy="525594"/>
            <a:chOff x="3935101" y="617254"/>
            <a:chExt cx="239012" cy="238527"/>
          </a:xfrm>
        </p:grpSpPr>
        <p:sp>
          <p:nvSpPr>
            <p:cNvPr id="306" name="Google Shape;306;p34"/>
            <p:cNvSpPr/>
            <p:nvPr/>
          </p:nvSpPr>
          <p:spPr>
            <a:xfrm>
              <a:off x="3982104" y="664930"/>
              <a:ext cx="47700" cy="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07" name="Google Shape;307;p34"/>
            <p:cNvSpPr/>
            <p:nvPr/>
          </p:nvSpPr>
          <p:spPr>
            <a:xfrm>
              <a:off x="4029779" y="711880"/>
              <a:ext cx="47700" cy="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08" name="Google Shape;308;p34"/>
            <p:cNvSpPr/>
            <p:nvPr/>
          </p:nvSpPr>
          <p:spPr>
            <a:xfrm>
              <a:off x="4078768" y="759556"/>
              <a:ext cx="47700" cy="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09" name="Google Shape;309;p34"/>
            <p:cNvSpPr/>
            <p:nvPr/>
          </p:nvSpPr>
          <p:spPr>
            <a:xfrm>
              <a:off x="3982104" y="760133"/>
              <a:ext cx="47700" cy="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10" name="Google Shape;310;p34"/>
            <p:cNvSpPr/>
            <p:nvPr/>
          </p:nvSpPr>
          <p:spPr>
            <a:xfrm>
              <a:off x="4078768" y="664929"/>
              <a:ext cx="47700" cy="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11" name="Google Shape;311;p34"/>
            <p:cNvSpPr/>
            <p:nvPr/>
          </p:nvSpPr>
          <p:spPr>
            <a:xfrm>
              <a:off x="3935101" y="617254"/>
              <a:ext cx="47700" cy="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12" name="Google Shape;312;p34"/>
            <p:cNvSpPr/>
            <p:nvPr/>
          </p:nvSpPr>
          <p:spPr>
            <a:xfrm>
              <a:off x="3935101" y="808081"/>
              <a:ext cx="47700" cy="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13" name="Google Shape;313;p34"/>
            <p:cNvSpPr/>
            <p:nvPr/>
          </p:nvSpPr>
          <p:spPr>
            <a:xfrm>
              <a:off x="4126414" y="808081"/>
              <a:ext cx="47700" cy="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14" name="Google Shape;314;p34"/>
            <p:cNvSpPr/>
            <p:nvPr/>
          </p:nvSpPr>
          <p:spPr>
            <a:xfrm>
              <a:off x="4126414" y="617254"/>
              <a:ext cx="47700" cy="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15" name="Google Shape;315;p34"/>
          <p:cNvSpPr txBox="1"/>
          <p:nvPr>
            <p:ph idx="7" type="subTitle"/>
          </p:nvPr>
        </p:nvSpPr>
        <p:spPr>
          <a:xfrm>
            <a:off x="7514150" y="3831175"/>
            <a:ext cx="1237500" cy="3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600"/>
              <a:buFont typeface="DM Mono"/>
              <a:buNone/>
              <a:defRPr sz="2600">
                <a:solidFill>
                  <a:srgbClr val="171717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16" name="Google Shape;316;p34"/>
          <p:cNvSpPr txBox="1"/>
          <p:nvPr>
            <p:ph idx="8" type="subTitle"/>
          </p:nvPr>
        </p:nvSpPr>
        <p:spPr>
          <a:xfrm>
            <a:off x="7514151" y="4217050"/>
            <a:ext cx="1498500" cy="1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800"/>
              <a:buNone/>
              <a:defRPr sz="8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34"/>
          <p:cNvSpPr txBox="1"/>
          <p:nvPr>
            <p:ph idx="9" type="subTitle"/>
          </p:nvPr>
        </p:nvSpPr>
        <p:spPr>
          <a:xfrm>
            <a:off x="7552576" y="3061034"/>
            <a:ext cx="1237500" cy="3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600"/>
              <a:buFont typeface="DM Mono"/>
              <a:buNone/>
              <a:defRPr sz="2600">
                <a:solidFill>
                  <a:srgbClr val="171717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18" name="Google Shape;318;p34"/>
          <p:cNvSpPr txBox="1"/>
          <p:nvPr>
            <p:ph idx="13" type="subTitle"/>
          </p:nvPr>
        </p:nvSpPr>
        <p:spPr>
          <a:xfrm>
            <a:off x="7552576" y="3446909"/>
            <a:ext cx="1498500" cy="1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800"/>
              <a:buNone/>
              <a:defRPr sz="8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34"/>
          <p:cNvSpPr txBox="1"/>
          <p:nvPr>
            <p:ph idx="14" type="subTitle"/>
          </p:nvPr>
        </p:nvSpPr>
        <p:spPr>
          <a:xfrm>
            <a:off x="7552576" y="2290893"/>
            <a:ext cx="1237500" cy="3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600"/>
              <a:buFont typeface="DM Mono"/>
              <a:buNone/>
              <a:defRPr sz="2600">
                <a:solidFill>
                  <a:srgbClr val="171717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20" name="Google Shape;320;p34"/>
          <p:cNvSpPr txBox="1"/>
          <p:nvPr>
            <p:ph idx="15" type="subTitle"/>
          </p:nvPr>
        </p:nvSpPr>
        <p:spPr>
          <a:xfrm>
            <a:off x="7552576" y="2676768"/>
            <a:ext cx="1498500" cy="1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800"/>
              <a:buNone/>
              <a:defRPr sz="8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34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D6D6D6"/>
                </a:solidFill>
              </a:defRPr>
            </a:lvl1pPr>
            <a:lvl2pPr lvl="1">
              <a:buNone/>
              <a:defRPr sz="700">
                <a:solidFill>
                  <a:srgbClr val="D6D6D6"/>
                </a:solidFill>
              </a:defRPr>
            </a:lvl2pPr>
            <a:lvl3pPr lvl="2">
              <a:buNone/>
              <a:defRPr sz="700">
                <a:solidFill>
                  <a:srgbClr val="D6D6D6"/>
                </a:solidFill>
              </a:defRPr>
            </a:lvl3pPr>
            <a:lvl4pPr lvl="3">
              <a:buNone/>
              <a:defRPr sz="700">
                <a:solidFill>
                  <a:srgbClr val="D6D6D6"/>
                </a:solidFill>
              </a:defRPr>
            </a:lvl4pPr>
            <a:lvl5pPr lvl="4">
              <a:buNone/>
              <a:defRPr sz="700">
                <a:solidFill>
                  <a:srgbClr val="D6D6D6"/>
                </a:solidFill>
              </a:defRPr>
            </a:lvl5pPr>
            <a:lvl6pPr lvl="5">
              <a:buNone/>
              <a:defRPr sz="700">
                <a:solidFill>
                  <a:srgbClr val="D6D6D6"/>
                </a:solidFill>
              </a:defRPr>
            </a:lvl6pPr>
            <a:lvl7pPr lvl="6">
              <a:buNone/>
              <a:defRPr sz="700">
                <a:solidFill>
                  <a:srgbClr val="D6D6D6"/>
                </a:solidFill>
              </a:defRPr>
            </a:lvl7pPr>
            <a:lvl8pPr lvl="7">
              <a:buNone/>
              <a:defRPr sz="700">
                <a:solidFill>
                  <a:srgbClr val="D6D6D6"/>
                </a:solidFill>
              </a:defRPr>
            </a:lvl8pPr>
            <a:lvl9pPr lvl="8">
              <a:buNone/>
              <a:defRPr sz="700">
                <a:solidFill>
                  <a:srgbClr val="D6D6D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2" name="Google Shape;322;p34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D6D6D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3" name="Google Shape;323;p34"/>
          <p:cNvSpPr txBox="1"/>
          <p:nvPr>
            <p:ph idx="16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700"/>
              <a:buNone/>
              <a:defRPr b="1" sz="700">
                <a:solidFill>
                  <a:srgbClr val="D6D6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4 - Blank">
  <p:cSld name="CUSTOM_3">
    <p:bg>
      <p:bgPr>
        <a:solidFill>
          <a:schemeClr val="lt2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5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26" name="Google Shape;326;p35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7" name="Google Shape;327;p35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35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35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35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0 - Current State Challenges">
  <p:cSld name="CUSTOM_3_3">
    <p:bg>
      <p:bgPr>
        <a:solidFill>
          <a:schemeClr val="lt2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/>
          <p:cNvSpPr txBox="1"/>
          <p:nvPr>
            <p:ph idx="1" type="subTitle"/>
          </p:nvPr>
        </p:nvSpPr>
        <p:spPr>
          <a:xfrm>
            <a:off x="629475" y="1246000"/>
            <a:ext cx="2490600" cy="265200"/>
          </a:xfrm>
          <a:prstGeom prst="rect">
            <a:avLst/>
          </a:prstGeom>
          <a:solidFill>
            <a:srgbClr val="FF9A74"/>
          </a:solidFill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Mono Medium"/>
              <a:buNone/>
              <a:defRPr sz="1100"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36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34" name="Google Shape;334;p36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5" name="Google Shape;335;p36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36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36"/>
          <p:cNvSpPr txBox="1"/>
          <p:nvPr>
            <p:ph idx="2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36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9" name="Google Shape;339;p36"/>
          <p:cNvSpPr txBox="1"/>
          <p:nvPr>
            <p:ph idx="3" type="subTitle"/>
          </p:nvPr>
        </p:nvSpPr>
        <p:spPr>
          <a:xfrm>
            <a:off x="3287800" y="1246000"/>
            <a:ext cx="2490600" cy="2652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Mono Medium"/>
              <a:buNone/>
              <a:defRPr sz="1100"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36"/>
          <p:cNvSpPr txBox="1"/>
          <p:nvPr>
            <p:ph idx="4" type="subTitle"/>
          </p:nvPr>
        </p:nvSpPr>
        <p:spPr>
          <a:xfrm>
            <a:off x="5946125" y="1246000"/>
            <a:ext cx="2490600" cy="2652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Mono Medium"/>
              <a:buNone/>
              <a:defRPr sz="1100"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36"/>
          <p:cNvSpPr txBox="1"/>
          <p:nvPr>
            <p:ph idx="5" type="subTitle"/>
          </p:nvPr>
        </p:nvSpPr>
        <p:spPr>
          <a:xfrm>
            <a:off x="629475" y="2739825"/>
            <a:ext cx="2490600" cy="2652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Mono Medium"/>
              <a:buNone/>
              <a:defRPr sz="1100"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36"/>
          <p:cNvSpPr txBox="1"/>
          <p:nvPr>
            <p:ph idx="6" type="subTitle"/>
          </p:nvPr>
        </p:nvSpPr>
        <p:spPr>
          <a:xfrm>
            <a:off x="3287800" y="2739825"/>
            <a:ext cx="2490600" cy="2652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Mono Medium"/>
              <a:buNone/>
              <a:defRPr sz="1100"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36"/>
          <p:cNvSpPr txBox="1"/>
          <p:nvPr>
            <p:ph idx="7" type="subTitle"/>
          </p:nvPr>
        </p:nvSpPr>
        <p:spPr>
          <a:xfrm>
            <a:off x="5946125" y="2739825"/>
            <a:ext cx="2490600" cy="2652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Mono Medium"/>
              <a:buNone/>
              <a:defRPr sz="1100"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36"/>
          <p:cNvSpPr txBox="1"/>
          <p:nvPr>
            <p:ph idx="8" type="subTitle"/>
          </p:nvPr>
        </p:nvSpPr>
        <p:spPr>
          <a:xfrm>
            <a:off x="629625" y="1511200"/>
            <a:ext cx="2490600" cy="1068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5" name="Google Shape;345;p36"/>
          <p:cNvSpPr txBox="1"/>
          <p:nvPr>
            <p:ph idx="9" type="subTitle"/>
          </p:nvPr>
        </p:nvSpPr>
        <p:spPr>
          <a:xfrm>
            <a:off x="3287875" y="1511200"/>
            <a:ext cx="2490600" cy="1068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6" name="Google Shape;346;p36"/>
          <p:cNvSpPr txBox="1"/>
          <p:nvPr>
            <p:ph idx="13" type="subTitle"/>
          </p:nvPr>
        </p:nvSpPr>
        <p:spPr>
          <a:xfrm>
            <a:off x="5946125" y="1511200"/>
            <a:ext cx="2490600" cy="1068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7" name="Google Shape;347;p36"/>
          <p:cNvSpPr txBox="1"/>
          <p:nvPr>
            <p:ph idx="14" type="subTitle"/>
          </p:nvPr>
        </p:nvSpPr>
        <p:spPr>
          <a:xfrm>
            <a:off x="5946125" y="3005025"/>
            <a:ext cx="2490600" cy="1068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8" name="Google Shape;348;p36"/>
          <p:cNvSpPr txBox="1"/>
          <p:nvPr>
            <p:ph idx="15" type="subTitle"/>
          </p:nvPr>
        </p:nvSpPr>
        <p:spPr>
          <a:xfrm>
            <a:off x="3287800" y="3005025"/>
            <a:ext cx="2490600" cy="1068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9" name="Google Shape;349;p36"/>
          <p:cNvSpPr txBox="1"/>
          <p:nvPr>
            <p:ph idx="16" type="subTitle"/>
          </p:nvPr>
        </p:nvSpPr>
        <p:spPr>
          <a:xfrm>
            <a:off x="629475" y="3005025"/>
            <a:ext cx="2490600" cy="1068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50" name="Google Shape;350;p36"/>
          <p:cNvGrpSpPr/>
          <p:nvPr/>
        </p:nvGrpSpPr>
        <p:grpSpPr>
          <a:xfrm>
            <a:off x="504900" y="1104825"/>
            <a:ext cx="8134200" cy="3098700"/>
            <a:chOff x="504900" y="1188625"/>
            <a:chExt cx="8134200" cy="3098700"/>
          </a:xfrm>
        </p:grpSpPr>
        <p:cxnSp>
          <p:nvCxnSpPr>
            <p:cNvPr id="351" name="Google Shape;351;p36"/>
            <p:cNvCxnSpPr/>
            <p:nvPr/>
          </p:nvCxnSpPr>
          <p:spPr>
            <a:xfrm>
              <a:off x="504900" y="1330000"/>
              <a:ext cx="8134200" cy="0"/>
            </a:xfrm>
            <a:prstGeom prst="straightConnector1">
              <a:avLst/>
            </a:prstGeom>
            <a:noFill/>
            <a:ln cap="flat" cmpd="sng" w="9525">
              <a:solidFill>
                <a:srgbClr val="D6D6D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6"/>
            <p:cNvCxnSpPr/>
            <p:nvPr/>
          </p:nvCxnSpPr>
          <p:spPr>
            <a:xfrm>
              <a:off x="504900" y="4156825"/>
              <a:ext cx="8134200" cy="0"/>
            </a:xfrm>
            <a:prstGeom prst="straightConnector1">
              <a:avLst/>
            </a:prstGeom>
            <a:noFill/>
            <a:ln cap="flat" cmpd="sng" w="9525">
              <a:solidFill>
                <a:srgbClr val="D6D6D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6"/>
            <p:cNvCxnSpPr/>
            <p:nvPr/>
          </p:nvCxnSpPr>
          <p:spPr>
            <a:xfrm rot="10800000">
              <a:off x="629475" y="1188625"/>
              <a:ext cx="0" cy="3098700"/>
            </a:xfrm>
            <a:prstGeom prst="straightConnector1">
              <a:avLst/>
            </a:prstGeom>
            <a:noFill/>
            <a:ln cap="flat" cmpd="sng" w="9525">
              <a:solidFill>
                <a:srgbClr val="D6D6D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6"/>
            <p:cNvCxnSpPr/>
            <p:nvPr/>
          </p:nvCxnSpPr>
          <p:spPr>
            <a:xfrm rot="10800000">
              <a:off x="8433500" y="1188625"/>
              <a:ext cx="0" cy="3098700"/>
            </a:xfrm>
            <a:prstGeom prst="straightConnector1">
              <a:avLst/>
            </a:prstGeom>
            <a:noFill/>
            <a:ln cap="flat" cmpd="sng" w="9525">
              <a:solidFill>
                <a:srgbClr val="D6D6D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6"/>
            <p:cNvCxnSpPr/>
            <p:nvPr/>
          </p:nvCxnSpPr>
          <p:spPr>
            <a:xfrm rot="10800000">
              <a:off x="3120075" y="1188625"/>
              <a:ext cx="0" cy="3098700"/>
            </a:xfrm>
            <a:prstGeom prst="straightConnector1">
              <a:avLst/>
            </a:prstGeom>
            <a:noFill/>
            <a:ln cap="flat" cmpd="sng" w="9525">
              <a:solidFill>
                <a:srgbClr val="D6D6D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6"/>
            <p:cNvCxnSpPr/>
            <p:nvPr/>
          </p:nvCxnSpPr>
          <p:spPr>
            <a:xfrm rot="10800000">
              <a:off x="3280750" y="1188625"/>
              <a:ext cx="0" cy="3098700"/>
            </a:xfrm>
            <a:prstGeom prst="straightConnector1">
              <a:avLst/>
            </a:prstGeom>
            <a:noFill/>
            <a:ln cap="flat" cmpd="sng" w="9525">
              <a:solidFill>
                <a:srgbClr val="D6D6D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7" name="Google Shape;357;p36"/>
            <p:cNvCxnSpPr/>
            <p:nvPr/>
          </p:nvCxnSpPr>
          <p:spPr>
            <a:xfrm rot="10800000">
              <a:off x="5776788" y="1188625"/>
              <a:ext cx="0" cy="3098700"/>
            </a:xfrm>
            <a:prstGeom prst="straightConnector1">
              <a:avLst/>
            </a:prstGeom>
            <a:noFill/>
            <a:ln cap="flat" cmpd="sng" w="9525">
              <a:solidFill>
                <a:srgbClr val="D6D6D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" name="Google Shape;358;p36"/>
            <p:cNvCxnSpPr/>
            <p:nvPr/>
          </p:nvCxnSpPr>
          <p:spPr>
            <a:xfrm rot="10800000">
              <a:off x="5937463" y="1188625"/>
              <a:ext cx="0" cy="3098700"/>
            </a:xfrm>
            <a:prstGeom prst="straightConnector1">
              <a:avLst/>
            </a:prstGeom>
            <a:noFill/>
            <a:ln cap="flat" cmpd="sng" w="9525">
              <a:solidFill>
                <a:srgbClr val="D6D6D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9" name="Google Shape;359;p36"/>
            <p:cNvCxnSpPr/>
            <p:nvPr/>
          </p:nvCxnSpPr>
          <p:spPr>
            <a:xfrm>
              <a:off x="504900" y="2660050"/>
              <a:ext cx="8134200" cy="0"/>
            </a:xfrm>
            <a:prstGeom prst="straightConnector1">
              <a:avLst/>
            </a:prstGeom>
            <a:noFill/>
            <a:ln cap="flat" cmpd="sng" w="9525">
              <a:solidFill>
                <a:srgbClr val="D6D6D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0" name="Google Shape;360;p36"/>
            <p:cNvCxnSpPr/>
            <p:nvPr/>
          </p:nvCxnSpPr>
          <p:spPr>
            <a:xfrm>
              <a:off x="504900" y="2823625"/>
              <a:ext cx="8134200" cy="0"/>
            </a:xfrm>
            <a:prstGeom prst="straightConnector1">
              <a:avLst/>
            </a:prstGeom>
            <a:noFill/>
            <a:ln cap="flat" cmpd="sng" w="9525">
              <a:solidFill>
                <a:srgbClr val="D6D6D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1" name="Google Shape;361;p36"/>
          <p:cNvSpPr/>
          <p:nvPr>
            <p:ph idx="17" type="pic"/>
          </p:nvPr>
        </p:nvSpPr>
        <p:spPr>
          <a:xfrm>
            <a:off x="7276250" y="276250"/>
            <a:ext cx="1410600" cy="518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36"/>
          <p:cNvSpPr txBox="1"/>
          <p:nvPr>
            <p:ph type="title"/>
          </p:nvPr>
        </p:nvSpPr>
        <p:spPr>
          <a:xfrm>
            <a:off x="457200" y="314325"/>
            <a:ext cx="6302100" cy="4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500"/>
              <a:buFont typeface="DM Sans SemiBold"/>
              <a:buNone/>
              <a:defRPr sz="2500">
                <a:solidFill>
                  <a:srgbClr val="171717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1 - Current State Challenges - No Outline">
  <p:cSld name="CUSTOM_3_3_1">
    <p:bg>
      <p:bgPr>
        <a:solidFill>
          <a:schemeClr val="lt2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"/>
          <p:cNvSpPr txBox="1"/>
          <p:nvPr>
            <p:ph idx="1" type="subTitle"/>
          </p:nvPr>
        </p:nvSpPr>
        <p:spPr>
          <a:xfrm>
            <a:off x="629475" y="1246000"/>
            <a:ext cx="2490600" cy="265200"/>
          </a:xfrm>
          <a:prstGeom prst="rect">
            <a:avLst/>
          </a:prstGeom>
          <a:solidFill>
            <a:srgbClr val="FF9A74"/>
          </a:solidFill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Mono Medium"/>
              <a:buNone/>
              <a:defRPr sz="1100"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7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66" name="Google Shape;366;p37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7" name="Google Shape;367;p37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37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37"/>
          <p:cNvSpPr txBox="1"/>
          <p:nvPr>
            <p:ph idx="2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37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37"/>
          <p:cNvSpPr txBox="1"/>
          <p:nvPr>
            <p:ph idx="3" type="subTitle"/>
          </p:nvPr>
        </p:nvSpPr>
        <p:spPr>
          <a:xfrm>
            <a:off x="3287800" y="1246000"/>
            <a:ext cx="2490600" cy="2652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Mono Medium"/>
              <a:buNone/>
              <a:defRPr sz="1100"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37"/>
          <p:cNvSpPr txBox="1"/>
          <p:nvPr>
            <p:ph idx="4" type="subTitle"/>
          </p:nvPr>
        </p:nvSpPr>
        <p:spPr>
          <a:xfrm>
            <a:off x="5946125" y="1246000"/>
            <a:ext cx="2490600" cy="2652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Mono Medium"/>
              <a:buNone/>
              <a:defRPr sz="1100"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37"/>
          <p:cNvSpPr txBox="1"/>
          <p:nvPr>
            <p:ph idx="5" type="subTitle"/>
          </p:nvPr>
        </p:nvSpPr>
        <p:spPr>
          <a:xfrm>
            <a:off x="629475" y="2739825"/>
            <a:ext cx="2490600" cy="2652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Mono Medium"/>
              <a:buNone/>
              <a:defRPr sz="1100"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6" type="subTitle"/>
          </p:nvPr>
        </p:nvSpPr>
        <p:spPr>
          <a:xfrm>
            <a:off x="3287800" y="2739825"/>
            <a:ext cx="2490600" cy="2652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Mono Medium"/>
              <a:buNone/>
              <a:defRPr sz="1100"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7" type="subTitle"/>
          </p:nvPr>
        </p:nvSpPr>
        <p:spPr>
          <a:xfrm>
            <a:off x="5946125" y="2739825"/>
            <a:ext cx="2490600" cy="2652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Mono Medium"/>
              <a:buNone/>
              <a:defRPr sz="1100"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37"/>
          <p:cNvSpPr txBox="1"/>
          <p:nvPr>
            <p:ph idx="8" type="subTitle"/>
          </p:nvPr>
        </p:nvSpPr>
        <p:spPr>
          <a:xfrm>
            <a:off x="629625" y="1511200"/>
            <a:ext cx="2490600" cy="1068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7" name="Google Shape;377;p37"/>
          <p:cNvSpPr txBox="1"/>
          <p:nvPr>
            <p:ph idx="9" type="subTitle"/>
          </p:nvPr>
        </p:nvSpPr>
        <p:spPr>
          <a:xfrm>
            <a:off x="3287875" y="1511200"/>
            <a:ext cx="2490600" cy="1068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8" name="Google Shape;378;p37"/>
          <p:cNvSpPr txBox="1"/>
          <p:nvPr>
            <p:ph idx="13" type="subTitle"/>
          </p:nvPr>
        </p:nvSpPr>
        <p:spPr>
          <a:xfrm>
            <a:off x="5946125" y="1511200"/>
            <a:ext cx="2490600" cy="1068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9" name="Google Shape;379;p37"/>
          <p:cNvSpPr txBox="1"/>
          <p:nvPr>
            <p:ph idx="14" type="subTitle"/>
          </p:nvPr>
        </p:nvSpPr>
        <p:spPr>
          <a:xfrm>
            <a:off x="5946125" y="3005025"/>
            <a:ext cx="2490600" cy="1068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0" name="Google Shape;380;p37"/>
          <p:cNvSpPr txBox="1"/>
          <p:nvPr>
            <p:ph idx="15" type="subTitle"/>
          </p:nvPr>
        </p:nvSpPr>
        <p:spPr>
          <a:xfrm>
            <a:off x="3287800" y="3005025"/>
            <a:ext cx="2490600" cy="1068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1" name="Google Shape;381;p37"/>
          <p:cNvSpPr txBox="1"/>
          <p:nvPr>
            <p:ph idx="16" type="subTitle"/>
          </p:nvPr>
        </p:nvSpPr>
        <p:spPr>
          <a:xfrm>
            <a:off x="629475" y="3005025"/>
            <a:ext cx="2490600" cy="1068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2" name="Google Shape;382;p37"/>
          <p:cNvSpPr/>
          <p:nvPr>
            <p:ph idx="17" type="pic"/>
          </p:nvPr>
        </p:nvSpPr>
        <p:spPr>
          <a:xfrm>
            <a:off x="7276250" y="276250"/>
            <a:ext cx="1410600" cy="518400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37"/>
          <p:cNvSpPr txBox="1"/>
          <p:nvPr>
            <p:ph type="title"/>
          </p:nvPr>
        </p:nvSpPr>
        <p:spPr>
          <a:xfrm>
            <a:off x="457200" y="314325"/>
            <a:ext cx="6302100" cy="4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500"/>
              <a:buFont typeface="DM Sans SemiBold"/>
              <a:buNone/>
              <a:defRPr sz="2500">
                <a:solidFill>
                  <a:srgbClr val="171717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2 - POV Stakeholders">
  <p:cSld name="CUSTOM_3_3_1_1">
    <p:bg>
      <p:bgPr>
        <a:solidFill>
          <a:schemeClr val="lt2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8"/>
          <p:cNvSpPr/>
          <p:nvPr/>
        </p:nvSpPr>
        <p:spPr>
          <a:xfrm>
            <a:off x="504900" y="1073750"/>
            <a:ext cx="8134200" cy="321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6" name="Google Shape;386;p38"/>
          <p:cNvSpPr/>
          <p:nvPr/>
        </p:nvSpPr>
        <p:spPr>
          <a:xfrm rot="5400000">
            <a:off x="-1011150" y="2589800"/>
            <a:ext cx="3221400" cy="189300"/>
          </a:xfrm>
          <a:prstGeom prst="rect">
            <a:avLst/>
          </a:prstGeom>
          <a:solidFill>
            <a:srgbClr val="4CEC8C"/>
          </a:solidFill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92929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sp>
        <p:nvSpPr>
          <p:cNvPr id="387" name="Google Shape;387;p38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88" name="Google Shape;388;p38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9" name="Google Shape;389;p38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0" name="Google Shape;390;p38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" name="Google Shape;391;p38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38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3" name="Google Shape;393;p38"/>
          <p:cNvSpPr/>
          <p:nvPr>
            <p:ph idx="2" type="pic"/>
          </p:nvPr>
        </p:nvSpPr>
        <p:spPr>
          <a:xfrm>
            <a:off x="7276250" y="276250"/>
            <a:ext cx="1410600" cy="5184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38"/>
          <p:cNvSpPr txBox="1"/>
          <p:nvPr>
            <p:ph type="title"/>
          </p:nvPr>
        </p:nvSpPr>
        <p:spPr>
          <a:xfrm>
            <a:off x="457200" y="314325"/>
            <a:ext cx="6302100" cy="4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500"/>
              <a:buFont typeface="DM Sans SemiBold"/>
              <a:buNone/>
              <a:defRPr sz="2500">
                <a:solidFill>
                  <a:srgbClr val="171717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3 - Readout">
  <p:cSld name="CUSTOM_3_3_1_1_1">
    <p:bg>
      <p:bgPr>
        <a:solidFill>
          <a:schemeClr val="lt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9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97" name="Google Shape;397;p39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39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39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2" name="Google Shape;402;p39"/>
          <p:cNvSpPr/>
          <p:nvPr>
            <p:ph idx="2" type="pic"/>
          </p:nvPr>
        </p:nvSpPr>
        <p:spPr>
          <a:xfrm>
            <a:off x="7276250" y="276250"/>
            <a:ext cx="1410600" cy="51840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39"/>
          <p:cNvSpPr txBox="1"/>
          <p:nvPr>
            <p:ph type="title"/>
          </p:nvPr>
        </p:nvSpPr>
        <p:spPr>
          <a:xfrm>
            <a:off x="457200" y="314325"/>
            <a:ext cx="6302100" cy="4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500"/>
              <a:buFont typeface="DM Sans SemiBold"/>
              <a:buNone/>
              <a:defRPr sz="2500">
                <a:solidFill>
                  <a:srgbClr val="171717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4 - Readout w/ Sub">
  <p:cSld name="CUSTOM_3_3_1_1_1_1">
    <p:bg>
      <p:bgPr>
        <a:solidFill>
          <a:schemeClr val="lt2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0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06" name="Google Shape;406;p40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7" name="Google Shape;407;p40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40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p40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40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1" name="Google Shape;411;p40"/>
          <p:cNvSpPr/>
          <p:nvPr>
            <p:ph idx="2" type="pic"/>
          </p:nvPr>
        </p:nvSpPr>
        <p:spPr>
          <a:xfrm>
            <a:off x="7276250" y="276250"/>
            <a:ext cx="1410600" cy="5184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40"/>
          <p:cNvSpPr txBox="1"/>
          <p:nvPr>
            <p:ph type="title"/>
          </p:nvPr>
        </p:nvSpPr>
        <p:spPr>
          <a:xfrm>
            <a:off x="457200" y="314325"/>
            <a:ext cx="6891000" cy="4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500"/>
              <a:buFont typeface="DM Sans SemiBold"/>
              <a:buNone/>
              <a:defRPr sz="2500">
                <a:solidFill>
                  <a:srgbClr val="171717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3" name="Google Shape;413;p40"/>
          <p:cNvSpPr txBox="1"/>
          <p:nvPr>
            <p:ph idx="3" type="subTitle"/>
          </p:nvPr>
        </p:nvSpPr>
        <p:spPr>
          <a:xfrm>
            <a:off x="457200" y="737100"/>
            <a:ext cx="6891000" cy="1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5 - Readout Grid">
  <p:cSld name="CUSTOM_3_3_1_1_1_1_1">
    <p:bg>
      <p:bgPr>
        <a:solidFill>
          <a:schemeClr val="lt2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1"/>
          <p:cNvSpPr txBox="1"/>
          <p:nvPr>
            <p:ph idx="1" type="subTitle"/>
          </p:nvPr>
        </p:nvSpPr>
        <p:spPr>
          <a:xfrm>
            <a:off x="629475" y="2957500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6" name="Google Shape;416;p41"/>
          <p:cNvSpPr txBox="1"/>
          <p:nvPr>
            <p:ph idx="2" type="subTitle"/>
          </p:nvPr>
        </p:nvSpPr>
        <p:spPr>
          <a:xfrm>
            <a:off x="5941525" y="3672762"/>
            <a:ext cx="2490600" cy="170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DM Mono Medium"/>
              <a:buNone/>
              <a:defRPr sz="900">
                <a:solidFill>
                  <a:srgbClr val="0A0A0A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9pPr>
          </a:lstStyle>
          <a:p/>
        </p:txBody>
      </p:sp>
      <p:sp>
        <p:nvSpPr>
          <p:cNvPr id="417" name="Google Shape;417;p41"/>
          <p:cNvSpPr txBox="1"/>
          <p:nvPr>
            <p:ph idx="3" type="subTitle"/>
          </p:nvPr>
        </p:nvSpPr>
        <p:spPr>
          <a:xfrm>
            <a:off x="3285500" y="3672762"/>
            <a:ext cx="2490600" cy="170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DM Mono Medium"/>
              <a:buNone/>
              <a:defRPr sz="900">
                <a:solidFill>
                  <a:srgbClr val="0A0A0A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9pPr>
          </a:lstStyle>
          <a:p/>
        </p:txBody>
      </p:sp>
      <p:sp>
        <p:nvSpPr>
          <p:cNvPr id="418" name="Google Shape;418;p41"/>
          <p:cNvSpPr txBox="1"/>
          <p:nvPr>
            <p:ph idx="4" type="subTitle"/>
          </p:nvPr>
        </p:nvSpPr>
        <p:spPr>
          <a:xfrm>
            <a:off x="629475" y="3672762"/>
            <a:ext cx="2490600" cy="170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DM Mono Medium"/>
              <a:buNone/>
              <a:defRPr sz="900">
                <a:solidFill>
                  <a:srgbClr val="0A0A0A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9pPr>
          </a:lstStyle>
          <a:p/>
        </p:txBody>
      </p:sp>
      <p:sp>
        <p:nvSpPr>
          <p:cNvPr id="419" name="Google Shape;419;p41"/>
          <p:cNvSpPr txBox="1"/>
          <p:nvPr>
            <p:ph idx="5" type="subTitle"/>
          </p:nvPr>
        </p:nvSpPr>
        <p:spPr>
          <a:xfrm>
            <a:off x="5941525" y="1184625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0" name="Google Shape;420;p41"/>
          <p:cNvSpPr txBox="1"/>
          <p:nvPr>
            <p:ph idx="6" type="subTitle"/>
          </p:nvPr>
        </p:nvSpPr>
        <p:spPr>
          <a:xfrm>
            <a:off x="3285500" y="1184625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1" name="Google Shape;421;p41"/>
          <p:cNvSpPr txBox="1"/>
          <p:nvPr>
            <p:ph idx="7" type="subTitle"/>
          </p:nvPr>
        </p:nvSpPr>
        <p:spPr>
          <a:xfrm>
            <a:off x="629475" y="1184588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2" name="Google Shape;422;p41"/>
          <p:cNvSpPr txBox="1"/>
          <p:nvPr>
            <p:ph idx="8" type="subTitle"/>
          </p:nvPr>
        </p:nvSpPr>
        <p:spPr>
          <a:xfrm>
            <a:off x="629475" y="2071050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3" name="Google Shape;423;p41"/>
          <p:cNvSpPr txBox="1"/>
          <p:nvPr>
            <p:ph idx="9" type="subTitle"/>
          </p:nvPr>
        </p:nvSpPr>
        <p:spPr>
          <a:xfrm>
            <a:off x="3285500" y="2071338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4" name="Google Shape;424;p41"/>
          <p:cNvSpPr txBox="1"/>
          <p:nvPr>
            <p:ph idx="13" type="subTitle"/>
          </p:nvPr>
        </p:nvSpPr>
        <p:spPr>
          <a:xfrm>
            <a:off x="5941525" y="2071338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5" name="Google Shape;425;p41"/>
          <p:cNvSpPr txBox="1"/>
          <p:nvPr>
            <p:ph idx="14" type="subTitle"/>
          </p:nvPr>
        </p:nvSpPr>
        <p:spPr>
          <a:xfrm>
            <a:off x="5941525" y="2958063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6" name="Google Shape;426;p41"/>
          <p:cNvSpPr txBox="1"/>
          <p:nvPr>
            <p:ph idx="15" type="subTitle"/>
          </p:nvPr>
        </p:nvSpPr>
        <p:spPr>
          <a:xfrm>
            <a:off x="3285500" y="2958063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7" name="Google Shape;427;p41"/>
          <p:cNvSpPr txBox="1"/>
          <p:nvPr>
            <p:ph idx="16" type="subTitle"/>
          </p:nvPr>
        </p:nvSpPr>
        <p:spPr>
          <a:xfrm>
            <a:off x="5941525" y="3845075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8" name="Google Shape;428;p41"/>
          <p:cNvSpPr txBox="1"/>
          <p:nvPr>
            <p:ph idx="17" type="subTitle"/>
          </p:nvPr>
        </p:nvSpPr>
        <p:spPr>
          <a:xfrm>
            <a:off x="3285500" y="3845063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9" name="Google Shape;429;p41"/>
          <p:cNvSpPr txBox="1"/>
          <p:nvPr>
            <p:ph idx="18" type="subTitle"/>
          </p:nvPr>
        </p:nvSpPr>
        <p:spPr>
          <a:xfrm>
            <a:off x="629475" y="3840675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0" name="Google Shape;430;p41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31" name="Google Shape;431;p41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2" name="Google Shape;432;p41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" name="Google Shape;433;p41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p41"/>
          <p:cNvSpPr txBox="1"/>
          <p:nvPr>
            <p:ph idx="19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41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6" name="Google Shape;436;p41"/>
          <p:cNvSpPr/>
          <p:nvPr>
            <p:ph idx="20" type="pic"/>
          </p:nvPr>
        </p:nvSpPr>
        <p:spPr>
          <a:xfrm>
            <a:off x="7276250" y="276250"/>
            <a:ext cx="1410600" cy="518400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41"/>
          <p:cNvSpPr txBox="1"/>
          <p:nvPr>
            <p:ph type="title"/>
          </p:nvPr>
        </p:nvSpPr>
        <p:spPr>
          <a:xfrm>
            <a:off x="457200" y="314325"/>
            <a:ext cx="6891000" cy="4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500"/>
              <a:buFont typeface="DM Sans SemiBold"/>
              <a:buNone/>
              <a:defRPr sz="2500">
                <a:solidFill>
                  <a:srgbClr val="171717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8" name="Google Shape;438;p41"/>
          <p:cNvSpPr txBox="1"/>
          <p:nvPr>
            <p:ph idx="21" type="subTitle"/>
          </p:nvPr>
        </p:nvSpPr>
        <p:spPr>
          <a:xfrm>
            <a:off x="629600" y="1013900"/>
            <a:ext cx="2490600" cy="170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 Medium"/>
              <a:buNone/>
              <a:defRPr sz="900">
                <a:solidFill>
                  <a:schemeClr val="lt1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41"/>
          <p:cNvSpPr txBox="1"/>
          <p:nvPr>
            <p:ph idx="22" type="subTitle"/>
          </p:nvPr>
        </p:nvSpPr>
        <p:spPr>
          <a:xfrm>
            <a:off x="3285500" y="1013900"/>
            <a:ext cx="2490600" cy="170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 Medium"/>
              <a:buNone/>
              <a:defRPr sz="900">
                <a:solidFill>
                  <a:schemeClr val="lt1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41"/>
          <p:cNvSpPr txBox="1"/>
          <p:nvPr>
            <p:ph idx="23" type="subTitle"/>
          </p:nvPr>
        </p:nvSpPr>
        <p:spPr>
          <a:xfrm>
            <a:off x="5941400" y="1013900"/>
            <a:ext cx="2490600" cy="170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 Medium"/>
              <a:buNone/>
              <a:defRPr sz="900">
                <a:solidFill>
                  <a:schemeClr val="lt1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41"/>
          <p:cNvSpPr txBox="1"/>
          <p:nvPr>
            <p:ph idx="24" type="subTitle"/>
          </p:nvPr>
        </p:nvSpPr>
        <p:spPr>
          <a:xfrm>
            <a:off x="5941525" y="1900362"/>
            <a:ext cx="2490600" cy="1707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DM Mono Medium"/>
              <a:buNone/>
              <a:defRPr sz="900">
                <a:solidFill>
                  <a:srgbClr val="0A0A0A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9pPr>
          </a:lstStyle>
          <a:p/>
        </p:txBody>
      </p:sp>
      <p:sp>
        <p:nvSpPr>
          <p:cNvPr id="442" name="Google Shape;442;p41"/>
          <p:cNvSpPr txBox="1"/>
          <p:nvPr>
            <p:ph idx="25" type="subTitle"/>
          </p:nvPr>
        </p:nvSpPr>
        <p:spPr>
          <a:xfrm>
            <a:off x="3285500" y="1900362"/>
            <a:ext cx="2490600" cy="1707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DM Mono Medium"/>
              <a:buNone/>
              <a:defRPr sz="900">
                <a:solidFill>
                  <a:srgbClr val="0A0A0A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9pPr>
          </a:lstStyle>
          <a:p/>
        </p:txBody>
      </p:sp>
      <p:sp>
        <p:nvSpPr>
          <p:cNvPr id="443" name="Google Shape;443;p41"/>
          <p:cNvSpPr txBox="1"/>
          <p:nvPr>
            <p:ph idx="26" type="subTitle"/>
          </p:nvPr>
        </p:nvSpPr>
        <p:spPr>
          <a:xfrm>
            <a:off x="629475" y="1900362"/>
            <a:ext cx="2490600" cy="1707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DM Mono Medium"/>
              <a:buNone/>
              <a:defRPr sz="900">
                <a:solidFill>
                  <a:srgbClr val="0A0A0A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9pPr>
          </a:lstStyle>
          <a:p/>
        </p:txBody>
      </p:sp>
      <p:sp>
        <p:nvSpPr>
          <p:cNvPr id="444" name="Google Shape;444;p41"/>
          <p:cNvSpPr txBox="1"/>
          <p:nvPr>
            <p:ph idx="27" type="subTitle"/>
          </p:nvPr>
        </p:nvSpPr>
        <p:spPr>
          <a:xfrm>
            <a:off x="5941525" y="2786812"/>
            <a:ext cx="2490600" cy="1707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DM Mono Medium"/>
              <a:buNone/>
              <a:defRPr sz="900">
                <a:solidFill>
                  <a:srgbClr val="0A0A0A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9pPr>
          </a:lstStyle>
          <a:p/>
        </p:txBody>
      </p:sp>
      <p:sp>
        <p:nvSpPr>
          <p:cNvPr id="445" name="Google Shape;445;p41"/>
          <p:cNvSpPr txBox="1"/>
          <p:nvPr>
            <p:ph idx="28" type="subTitle"/>
          </p:nvPr>
        </p:nvSpPr>
        <p:spPr>
          <a:xfrm>
            <a:off x="3285500" y="2786812"/>
            <a:ext cx="2490600" cy="1707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DM Mono Medium"/>
              <a:buNone/>
              <a:defRPr sz="900">
                <a:solidFill>
                  <a:srgbClr val="0A0A0A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9pPr>
          </a:lstStyle>
          <a:p/>
        </p:txBody>
      </p:sp>
      <p:sp>
        <p:nvSpPr>
          <p:cNvPr id="446" name="Google Shape;446;p41"/>
          <p:cNvSpPr txBox="1"/>
          <p:nvPr>
            <p:ph idx="29" type="subTitle"/>
          </p:nvPr>
        </p:nvSpPr>
        <p:spPr>
          <a:xfrm>
            <a:off x="629475" y="2786812"/>
            <a:ext cx="2490600" cy="1707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DM Mono Medium"/>
              <a:buNone/>
              <a:defRPr sz="900">
                <a:solidFill>
                  <a:srgbClr val="0A0A0A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9pPr>
          </a:lstStyle>
          <a:p/>
        </p:txBody>
      </p:sp>
      <p:grpSp>
        <p:nvGrpSpPr>
          <p:cNvPr id="447" name="Google Shape;447;p41"/>
          <p:cNvGrpSpPr/>
          <p:nvPr/>
        </p:nvGrpSpPr>
        <p:grpSpPr>
          <a:xfrm>
            <a:off x="504900" y="872800"/>
            <a:ext cx="8134200" cy="3670200"/>
            <a:chOff x="504900" y="872800"/>
            <a:chExt cx="8134200" cy="3670200"/>
          </a:xfrm>
        </p:grpSpPr>
        <p:grpSp>
          <p:nvGrpSpPr>
            <p:cNvPr id="448" name="Google Shape;448;p41"/>
            <p:cNvGrpSpPr/>
            <p:nvPr/>
          </p:nvGrpSpPr>
          <p:grpSpPr>
            <a:xfrm>
              <a:off x="504900" y="872800"/>
              <a:ext cx="8134200" cy="3670200"/>
              <a:chOff x="504900" y="1188625"/>
              <a:chExt cx="8134200" cy="3670200"/>
            </a:xfrm>
          </p:grpSpPr>
          <p:cxnSp>
            <p:nvCxnSpPr>
              <p:cNvPr id="449" name="Google Shape;449;p41"/>
              <p:cNvCxnSpPr/>
              <p:nvPr/>
            </p:nvCxnSpPr>
            <p:spPr>
              <a:xfrm>
                <a:off x="504900" y="1330000"/>
                <a:ext cx="81342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D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" name="Google Shape;450;p41"/>
              <p:cNvCxnSpPr/>
              <p:nvPr/>
            </p:nvCxnSpPr>
            <p:spPr>
              <a:xfrm>
                <a:off x="504900" y="4712675"/>
                <a:ext cx="81342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D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1" name="Google Shape;451;p41"/>
              <p:cNvCxnSpPr/>
              <p:nvPr/>
            </p:nvCxnSpPr>
            <p:spPr>
              <a:xfrm rot="10800000">
                <a:off x="629475" y="1188625"/>
                <a:ext cx="0" cy="3670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D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" name="Google Shape;452;p41"/>
              <p:cNvCxnSpPr/>
              <p:nvPr/>
            </p:nvCxnSpPr>
            <p:spPr>
              <a:xfrm rot="10800000">
                <a:off x="8433500" y="1188625"/>
                <a:ext cx="0" cy="3670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D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" name="Google Shape;453;p41"/>
              <p:cNvCxnSpPr/>
              <p:nvPr/>
            </p:nvCxnSpPr>
            <p:spPr>
              <a:xfrm rot="10800000">
                <a:off x="3120075" y="1188625"/>
                <a:ext cx="0" cy="3670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D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" name="Google Shape;454;p41"/>
              <p:cNvCxnSpPr/>
              <p:nvPr/>
            </p:nvCxnSpPr>
            <p:spPr>
              <a:xfrm rot="10800000">
                <a:off x="3280750" y="1188625"/>
                <a:ext cx="0" cy="3670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D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5" name="Google Shape;455;p41"/>
              <p:cNvCxnSpPr/>
              <p:nvPr/>
            </p:nvCxnSpPr>
            <p:spPr>
              <a:xfrm rot="10800000">
                <a:off x="5776788" y="1188625"/>
                <a:ext cx="0" cy="3670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D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" name="Google Shape;456;p41"/>
              <p:cNvCxnSpPr/>
              <p:nvPr/>
            </p:nvCxnSpPr>
            <p:spPr>
              <a:xfrm rot="10800000">
                <a:off x="5937463" y="1188625"/>
                <a:ext cx="0" cy="3670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D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" name="Google Shape;457;p41"/>
              <p:cNvCxnSpPr/>
              <p:nvPr/>
            </p:nvCxnSpPr>
            <p:spPr>
              <a:xfrm>
                <a:off x="504900" y="2053325"/>
                <a:ext cx="81342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D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" name="Google Shape;458;p41"/>
              <p:cNvCxnSpPr/>
              <p:nvPr/>
            </p:nvCxnSpPr>
            <p:spPr>
              <a:xfrm>
                <a:off x="504900" y="2216900"/>
                <a:ext cx="81342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D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59" name="Google Shape;459;p41"/>
            <p:cNvGrpSpPr/>
            <p:nvPr/>
          </p:nvGrpSpPr>
          <p:grpSpPr>
            <a:xfrm>
              <a:off x="504900" y="2627663"/>
              <a:ext cx="8134200" cy="163575"/>
              <a:chOff x="504900" y="2053325"/>
              <a:chExt cx="8134200" cy="163575"/>
            </a:xfrm>
          </p:grpSpPr>
          <p:cxnSp>
            <p:nvCxnSpPr>
              <p:cNvPr id="460" name="Google Shape;460;p41"/>
              <p:cNvCxnSpPr/>
              <p:nvPr/>
            </p:nvCxnSpPr>
            <p:spPr>
              <a:xfrm>
                <a:off x="504900" y="2053325"/>
                <a:ext cx="81342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D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" name="Google Shape;461;p41"/>
              <p:cNvCxnSpPr/>
              <p:nvPr/>
            </p:nvCxnSpPr>
            <p:spPr>
              <a:xfrm>
                <a:off x="504900" y="2216900"/>
                <a:ext cx="81342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D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62" name="Google Shape;462;p41"/>
            <p:cNvGrpSpPr/>
            <p:nvPr/>
          </p:nvGrpSpPr>
          <p:grpSpPr>
            <a:xfrm>
              <a:off x="504900" y="3510388"/>
              <a:ext cx="8134200" cy="163575"/>
              <a:chOff x="504900" y="2053325"/>
              <a:chExt cx="8134200" cy="163575"/>
            </a:xfrm>
          </p:grpSpPr>
          <p:cxnSp>
            <p:nvCxnSpPr>
              <p:cNvPr id="463" name="Google Shape;463;p41"/>
              <p:cNvCxnSpPr/>
              <p:nvPr/>
            </p:nvCxnSpPr>
            <p:spPr>
              <a:xfrm>
                <a:off x="504900" y="2053325"/>
                <a:ext cx="81342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D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" name="Google Shape;464;p41"/>
              <p:cNvCxnSpPr/>
              <p:nvPr/>
            </p:nvCxnSpPr>
            <p:spPr>
              <a:xfrm>
                <a:off x="504900" y="2216900"/>
                <a:ext cx="81342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D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5 - Readout Grid - No Grid">
  <p:cSld name="CUSTOM_3_3_1_1_1_1_1_1">
    <p:bg>
      <p:bgPr>
        <a:solidFill>
          <a:schemeClr val="lt2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2"/>
          <p:cNvSpPr txBox="1"/>
          <p:nvPr>
            <p:ph idx="1" type="subTitle"/>
          </p:nvPr>
        </p:nvSpPr>
        <p:spPr>
          <a:xfrm>
            <a:off x="5941525" y="3672762"/>
            <a:ext cx="2490600" cy="170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DM Mono Medium"/>
              <a:buNone/>
              <a:defRPr sz="900">
                <a:solidFill>
                  <a:srgbClr val="0A0A0A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9pPr>
          </a:lstStyle>
          <a:p/>
        </p:txBody>
      </p:sp>
      <p:sp>
        <p:nvSpPr>
          <p:cNvPr id="467" name="Google Shape;467;p42"/>
          <p:cNvSpPr txBox="1"/>
          <p:nvPr>
            <p:ph idx="2" type="subTitle"/>
          </p:nvPr>
        </p:nvSpPr>
        <p:spPr>
          <a:xfrm>
            <a:off x="3285500" y="3672762"/>
            <a:ext cx="2490600" cy="170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DM Mono Medium"/>
              <a:buNone/>
              <a:defRPr sz="900">
                <a:solidFill>
                  <a:srgbClr val="0A0A0A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9pPr>
          </a:lstStyle>
          <a:p/>
        </p:txBody>
      </p:sp>
      <p:sp>
        <p:nvSpPr>
          <p:cNvPr id="468" name="Google Shape;468;p42"/>
          <p:cNvSpPr txBox="1"/>
          <p:nvPr>
            <p:ph idx="3" type="subTitle"/>
          </p:nvPr>
        </p:nvSpPr>
        <p:spPr>
          <a:xfrm>
            <a:off x="629475" y="3672762"/>
            <a:ext cx="2490600" cy="170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DM Mono Medium"/>
              <a:buNone/>
              <a:defRPr sz="900">
                <a:solidFill>
                  <a:srgbClr val="0A0A0A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9pPr>
          </a:lstStyle>
          <a:p/>
        </p:txBody>
      </p:sp>
      <p:sp>
        <p:nvSpPr>
          <p:cNvPr id="469" name="Google Shape;469;p42"/>
          <p:cNvSpPr txBox="1"/>
          <p:nvPr>
            <p:ph idx="4" type="subTitle"/>
          </p:nvPr>
        </p:nvSpPr>
        <p:spPr>
          <a:xfrm>
            <a:off x="629475" y="2957500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0" name="Google Shape;470;p42"/>
          <p:cNvSpPr txBox="1"/>
          <p:nvPr>
            <p:ph idx="5" type="subTitle"/>
          </p:nvPr>
        </p:nvSpPr>
        <p:spPr>
          <a:xfrm>
            <a:off x="5941525" y="1184625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1" name="Google Shape;471;p42"/>
          <p:cNvSpPr txBox="1"/>
          <p:nvPr>
            <p:ph idx="6" type="subTitle"/>
          </p:nvPr>
        </p:nvSpPr>
        <p:spPr>
          <a:xfrm>
            <a:off x="3285500" y="1184625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2" name="Google Shape;472;p42"/>
          <p:cNvSpPr txBox="1"/>
          <p:nvPr>
            <p:ph idx="7" type="subTitle"/>
          </p:nvPr>
        </p:nvSpPr>
        <p:spPr>
          <a:xfrm>
            <a:off x="629475" y="1184588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3" name="Google Shape;473;p42"/>
          <p:cNvSpPr txBox="1"/>
          <p:nvPr>
            <p:ph idx="8" type="subTitle"/>
          </p:nvPr>
        </p:nvSpPr>
        <p:spPr>
          <a:xfrm>
            <a:off x="629475" y="2071050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4" name="Google Shape;474;p42"/>
          <p:cNvSpPr txBox="1"/>
          <p:nvPr>
            <p:ph idx="9" type="subTitle"/>
          </p:nvPr>
        </p:nvSpPr>
        <p:spPr>
          <a:xfrm>
            <a:off x="3285500" y="2071338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5" name="Google Shape;475;p42"/>
          <p:cNvSpPr txBox="1"/>
          <p:nvPr>
            <p:ph idx="13" type="subTitle"/>
          </p:nvPr>
        </p:nvSpPr>
        <p:spPr>
          <a:xfrm>
            <a:off x="5941525" y="2071338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6" name="Google Shape;476;p42"/>
          <p:cNvSpPr txBox="1"/>
          <p:nvPr>
            <p:ph idx="14" type="subTitle"/>
          </p:nvPr>
        </p:nvSpPr>
        <p:spPr>
          <a:xfrm>
            <a:off x="5941525" y="2958063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7" name="Google Shape;477;p42"/>
          <p:cNvSpPr txBox="1"/>
          <p:nvPr>
            <p:ph idx="15" type="subTitle"/>
          </p:nvPr>
        </p:nvSpPr>
        <p:spPr>
          <a:xfrm>
            <a:off x="3285500" y="2958063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8" name="Google Shape;478;p42"/>
          <p:cNvSpPr txBox="1"/>
          <p:nvPr>
            <p:ph idx="16" type="subTitle"/>
          </p:nvPr>
        </p:nvSpPr>
        <p:spPr>
          <a:xfrm>
            <a:off x="5941525" y="3845075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9" name="Google Shape;479;p42"/>
          <p:cNvSpPr txBox="1"/>
          <p:nvPr>
            <p:ph idx="17" type="subTitle"/>
          </p:nvPr>
        </p:nvSpPr>
        <p:spPr>
          <a:xfrm>
            <a:off x="3285500" y="3845063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0" name="Google Shape;480;p42"/>
          <p:cNvSpPr txBox="1"/>
          <p:nvPr>
            <p:ph idx="18" type="subTitle"/>
          </p:nvPr>
        </p:nvSpPr>
        <p:spPr>
          <a:xfrm>
            <a:off x="629475" y="3840675"/>
            <a:ext cx="2490600" cy="552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1" name="Google Shape;481;p42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82" name="Google Shape;482;p42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3" name="Google Shape;483;p42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4" name="Google Shape;484;p42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5" name="Google Shape;485;p42"/>
          <p:cNvSpPr txBox="1"/>
          <p:nvPr>
            <p:ph idx="19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6" name="Google Shape;486;p42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42"/>
          <p:cNvSpPr/>
          <p:nvPr>
            <p:ph idx="20" type="pic"/>
          </p:nvPr>
        </p:nvSpPr>
        <p:spPr>
          <a:xfrm>
            <a:off x="7276250" y="276250"/>
            <a:ext cx="1410600" cy="5184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42"/>
          <p:cNvSpPr txBox="1"/>
          <p:nvPr>
            <p:ph type="title"/>
          </p:nvPr>
        </p:nvSpPr>
        <p:spPr>
          <a:xfrm>
            <a:off x="457200" y="314325"/>
            <a:ext cx="6891000" cy="4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500"/>
              <a:buFont typeface="DM Sans SemiBold"/>
              <a:buNone/>
              <a:defRPr sz="2500">
                <a:solidFill>
                  <a:srgbClr val="171717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9" name="Google Shape;489;p42"/>
          <p:cNvSpPr txBox="1"/>
          <p:nvPr>
            <p:ph idx="21" type="subTitle"/>
          </p:nvPr>
        </p:nvSpPr>
        <p:spPr>
          <a:xfrm>
            <a:off x="629600" y="1013900"/>
            <a:ext cx="2490600" cy="170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 Medium"/>
              <a:buNone/>
              <a:defRPr sz="900">
                <a:solidFill>
                  <a:schemeClr val="lt1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42"/>
          <p:cNvSpPr txBox="1"/>
          <p:nvPr>
            <p:ph idx="22" type="subTitle"/>
          </p:nvPr>
        </p:nvSpPr>
        <p:spPr>
          <a:xfrm>
            <a:off x="3285500" y="1013900"/>
            <a:ext cx="2490600" cy="170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 Medium"/>
              <a:buNone/>
              <a:defRPr sz="900">
                <a:solidFill>
                  <a:schemeClr val="lt1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1" name="Google Shape;491;p42"/>
          <p:cNvSpPr txBox="1"/>
          <p:nvPr>
            <p:ph idx="23" type="subTitle"/>
          </p:nvPr>
        </p:nvSpPr>
        <p:spPr>
          <a:xfrm>
            <a:off x="5941400" y="1013900"/>
            <a:ext cx="2490600" cy="170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 Medium"/>
              <a:buNone/>
              <a:defRPr sz="900">
                <a:solidFill>
                  <a:schemeClr val="lt1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2" name="Google Shape;492;p42"/>
          <p:cNvSpPr txBox="1"/>
          <p:nvPr>
            <p:ph idx="24" type="subTitle"/>
          </p:nvPr>
        </p:nvSpPr>
        <p:spPr>
          <a:xfrm>
            <a:off x="5941525" y="1900362"/>
            <a:ext cx="2490600" cy="1707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DM Mono Medium"/>
              <a:buNone/>
              <a:defRPr sz="900">
                <a:solidFill>
                  <a:srgbClr val="0A0A0A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9pPr>
          </a:lstStyle>
          <a:p/>
        </p:txBody>
      </p:sp>
      <p:sp>
        <p:nvSpPr>
          <p:cNvPr id="493" name="Google Shape;493;p42"/>
          <p:cNvSpPr txBox="1"/>
          <p:nvPr>
            <p:ph idx="25" type="subTitle"/>
          </p:nvPr>
        </p:nvSpPr>
        <p:spPr>
          <a:xfrm>
            <a:off x="3285500" y="1900362"/>
            <a:ext cx="2490600" cy="1707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DM Mono Medium"/>
              <a:buNone/>
              <a:defRPr sz="900">
                <a:solidFill>
                  <a:srgbClr val="0A0A0A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9pPr>
          </a:lstStyle>
          <a:p/>
        </p:txBody>
      </p:sp>
      <p:sp>
        <p:nvSpPr>
          <p:cNvPr id="494" name="Google Shape;494;p42"/>
          <p:cNvSpPr txBox="1"/>
          <p:nvPr>
            <p:ph idx="26" type="subTitle"/>
          </p:nvPr>
        </p:nvSpPr>
        <p:spPr>
          <a:xfrm>
            <a:off x="629475" y="1900362"/>
            <a:ext cx="2490600" cy="1707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DM Mono Medium"/>
              <a:buNone/>
              <a:defRPr sz="900">
                <a:solidFill>
                  <a:srgbClr val="0A0A0A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9pPr>
          </a:lstStyle>
          <a:p/>
        </p:txBody>
      </p:sp>
      <p:sp>
        <p:nvSpPr>
          <p:cNvPr id="495" name="Google Shape;495;p42"/>
          <p:cNvSpPr txBox="1"/>
          <p:nvPr>
            <p:ph idx="27" type="subTitle"/>
          </p:nvPr>
        </p:nvSpPr>
        <p:spPr>
          <a:xfrm>
            <a:off x="5941525" y="2786812"/>
            <a:ext cx="2490600" cy="1707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DM Mono Medium"/>
              <a:buNone/>
              <a:defRPr sz="900">
                <a:solidFill>
                  <a:srgbClr val="0A0A0A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9pPr>
          </a:lstStyle>
          <a:p/>
        </p:txBody>
      </p:sp>
      <p:sp>
        <p:nvSpPr>
          <p:cNvPr id="496" name="Google Shape;496;p42"/>
          <p:cNvSpPr txBox="1"/>
          <p:nvPr>
            <p:ph idx="28" type="subTitle"/>
          </p:nvPr>
        </p:nvSpPr>
        <p:spPr>
          <a:xfrm>
            <a:off x="3285500" y="2786812"/>
            <a:ext cx="2490600" cy="1707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DM Mono Medium"/>
              <a:buNone/>
              <a:defRPr sz="900">
                <a:solidFill>
                  <a:srgbClr val="0A0A0A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9pPr>
          </a:lstStyle>
          <a:p/>
        </p:txBody>
      </p:sp>
      <p:sp>
        <p:nvSpPr>
          <p:cNvPr id="497" name="Google Shape;497;p42"/>
          <p:cNvSpPr txBox="1"/>
          <p:nvPr>
            <p:ph idx="29" type="subTitle"/>
          </p:nvPr>
        </p:nvSpPr>
        <p:spPr>
          <a:xfrm>
            <a:off x="629475" y="2786812"/>
            <a:ext cx="2490600" cy="1707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DM Mono Medium"/>
              <a:buNone/>
              <a:defRPr sz="900">
                <a:solidFill>
                  <a:srgbClr val="0A0A0A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None/>
              <a:defRPr>
                <a:solidFill>
                  <a:srgbClr val="0A0A0A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1 - Center Header">
  <p:cSld name="CUSTOM_3_3_1_1_1_1_1_1_1">
    <p:bg>
      <p:bgPr>
        <a:solidFill>
          <a:schemeClr val="lt2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3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00" name="Google Shape;500;p43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1" name="Google Shape;501;p43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43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3" name="Google Shape;503;p43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4" name="Google Shape;504;p43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5" name="Google Shape;505;p43"/>
          <p:cNvSpPr txBox="1"/>
          <p:nvPr>
            <p:ph type="title"/>
          </p:nvPr>
        </p:nvSpPr>
        <p:spPr>
          <a:xfrm>
            <a:off x="457200" y="314325"/>
            <a:ext cx="82296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500"/>
              <a:buFont typeface="DM Sans SemiBold"/>
              <a:buNone/>
              <a:defRPr sz="2500">
                <a:solidFill>
                  <a:srgbClr val="171717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6" name="Google Shape;506;p43"/>
          <p:cNvSpPr txBox="1"/>
          <p:nvPr>
            <p:ph idx="2" type="subTitle"/>
          </p:nvPr>
        </p:nvSpPr>
        <p:spPr>
          <a:xfrm>
            <a:off x="457200" y="771525"/>
            <a:ext cx="8229600" cy="3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None/>
              <a:defRPr sz="1300">
                <a:solidFill>
                  <a:srgbClr val="57575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None/>
              <a:defRPr sz="1300">
                <a:solidFill>
                  <a:srgbClr val="575757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None/>
              <a:defRPr sz="1300">
                <a:solidFill>
                  <a:srgbClr val="575757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None/>
              <a:defRPr sz="1300">
                <a:solidFill>
                  <a:srgbClr val="575757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None/>
              <a:defRPr sz="1300">
                <a:solidFill>
                  <a:srgbClr val="575757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None/>
              <a:defRPr sz="1300">
                <a:solidFill>
                  <a:srgbClr val="575757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None/>
              <a:defRPr sz="1300">
                <a:solidFill>
                  <a:srgbClr val="575757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None/>
              <a:defRPr sz="1300">
                <a:solidFill>
                  <a:srgbClr val="575757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None/>
              <a:defRPr sz="1300">
                <a:solidFill>
                  <a:srgbClr val="57575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6 - Center Header 1">
  <p:cSld name="CUSTOM_3_3_1_1_1_1_1_1_1_1">
    <p:bg>
      <p:bgPr>
        <a:solidFill>
          <a:schemeClr val="lt2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4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09" name="Google Shape;509;p44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0" name="Google Shape;510;p44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1" name="Google Shape;511;p44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2" name="Google Shape;512;p44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p44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0 - Left Header">
  <p:cSld name="CUSTOM_3_3_1_1_1_1_2">
    <p:bg>
      <p:bgPr>
        <a:solidFill>
          <a:schemeClr val="lt1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5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16" name="Google Shape;516;p45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7" name="Google Shape;517;p45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8" name="Google Shape;518;p45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9" name="Google Shape;519;p45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0" name="Google Shape;520;p45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1" name="Google Shape;521;p45"/>
          <p:cNvSpPr txBox="1"/>
          <p:nvPr>
            <p:ph idx="2" type="subTitle"/>
          </p:nvPr>
        </p:nvSpPr>
        <p:spPr>
          <a:xfrm>
            <a:off x="457200" y="783338"/>
            <a:ext cx="8223600" cy="1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2" name="Google Shape;522;p45"/>
          <p:cNvSpPr txBox="1"/>
          <p:nvPr>
            <p:ph type="title"/>
          </p:nvPr>
        </p:nvSpPr>
        <p:spPr>
          <a:xfrm>
            <a:off x="457200" y="314325"/>
            <a:ext cx="8223600" cy="4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None/>
              <a:defRPr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0 - Use Case w/ Logos Right">
  <p:cSld name="CUSTOM_3_3_1_1_1_1_2_3">
    <p:bg>
      <p:bgPr>
        <a:solidFill>
          <a:schemeClr val="lt2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6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25" name="Google Shape;525;p46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6" name="Google Shape;526;p46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7" name="Google Shape;527;p46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8" name="Google Shape;528;p46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9" name="Google Shape;529;p46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0" name="Google Shape;530;p46"/>
          <p:cNvSpPr txBox="1"/>
          <p:nvPr>
            <p:ph type="title"/>
          </p:nvPr>
        </p:nvSpPr>
        <p:spPr>
          <a:xfrm>
            <a:off x="457200" y="314325"/>
            <a:ext cx="5257800" cy="4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500"/>
              <a:buFont typeface="DM Sans SemiBold"/>
              <a:buNone/>
              <a:defRPr sz="2500">
                <a:solidFill>
                  <a:srgbClr val="171717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1" name="Google Shape;531;p46"/>
          <p:cNvSpPr/>
          <p:nvPr/>
        </p:nvSpPr>
        <p:spPr>
          <a:xfrm flipH="1">
            <a:off x="6008700" y="2313475"/>
            <a:ext cx="3135300" cy="2313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6"/>
          <p:cNvSpPr/>
          <p:nvPr/>
        </p:nvSpPr>
        <p:spPr>
          <a:xfrm flipH="1">
            <a:off x="6008700" y="0"/>
            <a:ext cx="3135300" cy="23136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6"/>
          <p:cNvSpPr/>
          <p:nvPr/>
        </p:nvSpPr>
        <p:spPr>
          <a:xfrm>
            <a:off x="7177793" y="2601163"/>
            <a:ext cx="849000" cy="39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6"/>
          <p:cNvSpPr/>
          <p:nvPr/>
        </p:nvSpPr>
        <p:spPr>
          <a:xfrm>
            <a:off x="8122211" y="2601163"/>
            <a:ext cx="849000" cy="39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6"/>
          <p:cNvSpPr/>
          <p:nvPr/>
        </p:nvSpPr>
        <p:spPr>
          <a:xfrm>
            <a:off x="7177793" y="3064115"/>
            <a:ext cx="849000" cy="39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46"/>
          <p:cNvSpPr/>
          <p:nvPr/>
        </p:nvSpPr>
        <p:spPr>
          <a:xfrm>
            <a:off x="8122211" y="3064115"/>
            <a:ext cx="849000" cy="39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6"/>
          <p:cNvSpPr/>
          <p:nvPr/>
        </p:nvSpPr>
        <p:spPr>
          <a:xfrm>
            <a:off x="7177793" y="3527076"/>
            <a:ext cx="849000" cy="39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6"/>
          <p:cNvSpPr/>
          <p:nvPr/>
        </p:nvSpPr>
        <p:spPr>
          <a:xfrm>
            <a:off x="8122211" y="3527076"/>
            <a:ext cx="849000" cy="39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6"/>
          <p:cNvSpPr/>
          <p:nvPr/>
        </p:nvSpPr>
        <p:spPr>
          <a:xfrm>
            <a:off x="6233375" y="2601163"/>
            <a:ext cx="849000" cy="39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6"/>
          <p:cNvSpPr/>
          <p:nvPr/>
        </p:nvSpPr>
        <p:spPr>
          <a:xfrm>
            <a:off x="6233375" y="3064115"/>
            <a:ext cx="849000" cy="39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6"/>
          <p:cNvSpPr/>
          <p:nvPr/>
        </p:nvSpPr>
        <p:spPr>
          <a:xfrm>
            <a:off x="6233375" y="3527076"/>
            <a:ext cx="849000" cy="39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6"/>
          <p:cNvSpPr/>
          <p:nvPr/>
        </p:nvSpPr>
        <p:spPr>
          <a:xfrm>
            <a:off x="7177793" y="3989370"/>
            <a:ext cx="849000" cy="39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6"/>
          <p:cNvSpPr/>
          <p:nvPr/>
        </p:nvSpPr>
        <p:spPr>
          <a:xfrm>
            <a:off x="6233375" y="3990015"/>
            <a:ext cx="849000" cy="39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6"/>
          <p:cNvSpPr/>
          <p:nvPr/>
        </p:nvSpPr>
        <p:spPr>
          <a:xfrm>
            <a:off x="8122211" y="3990015"/>
            <a:ext cx="849000" cy="39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5" name="Google Shape;545;p46"/>
          <p:cNvGrpSpPr/>
          <p:nvPr/>
        </p:nvGrpSpPr>
        <p:grpSpPr>
          <a:xfrm>
            <a:off x="6143000" y="2516550"/>
            <a:ext cx="2918700" cy="1939200"/>
            <a:chOff x="6143000" y="2516550"/>
            <a:chExt cx="2918700" cy="1939200"/>
          </a:xfrm>
        </p:grpSpPr>
        <p:cxnSp>
          <p:nvCxnSpPr>
            <p:cNvPr id="546" name="Google Shape;546;p46"/>
            <p:cNvCxnSpPr/>
            <p:nvPr/>
          </p:nvCxnSpPr>
          <p:spPr>
            <a:xfrm>
              <a:off x="6143000" y="2599975"/>
              <a:ext cx="2918700" cy="0"/>
            </a:xfrm>
            <a:prstGeom prst="straightConnector1">
              <a:avLst/>
            </a:prstGeom>
            <a:noFill/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7" name="Google Shape;547;p46"/>
            <p:cNvCxnSpPr/>
            <p:nvPr/>
          </p:nvCxnSpPr>
          <p:spPr>
            <a:xfrm>
              <a:off x="6143000" y="2999725"/>
              <a:ext cx="2918700" cy="0"/>
            </a:xfrm>
            <a:prstGeom prst="straightConnector1">
              <a:avLst/>
            </a:prstGeom>
            <a:noFill/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8" name="Google Shape;548;p46"/>
            <p:cNvCxnSpPr/>
            <p:nvPr/>
          </p:nvCxnSpPr>
          <p:spPr>
            <a:xfrm>
              <a:off x="6143000" y="3063525"/>
              <a:ext cx="2918700" cy="0"/>
            </a:xfrm>
            <a:prstGeom prst="straightConnector1">
              <a:avLst/>
            </a:prstGeom>
            <a:noFill/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9" name="Google Shape;549;p46"/>
            <p:cNvCxnSpPr/>
            <p:nvPr/>
          </p:nvCxnSpPr>
          <p:spPr>
            <a:xfrm>
              <a:off x="6143000" y="3463275"/>
              <a:ext cx="2918700" cy="0"/>
            </a:xfrm>
            <a:prstGeom prst="straightConnector1">
              <a:avLst/>
            </a:prstGeom>
            <a:noFill/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0" name="Google Shape;550;p46"/>
            <p:cNvCxnSpPr/>
            <p:nvPr/>
          </p:nvCxnSpPr>
          <p:spPr>
            <a:xfrm>
              <a:off x="6143000" y="3525475"/>
              <a:ext cx="2918700" cy="0"/>
            </a:xfrm>
            <a:prstGeom prst="straightConnector1">
              <a:avLst/>
            </a:prstGeom>
            <a:noFill/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1" name="Google Shape;551;p46"/>
            <p:cNvCxnSpPr/>
            <p:nvPr/>
          </p:nvCxnSpPr>
          <p:spPr>
            <a:xfrm>
              <a:off x="6143000" y="3925225"/>
              <a:ext cx="2918700" cy="0"/>
            </a:xfrm>
            <a:prstGeom prst="straightConnector1">
              <a:avLst/>
            </a:prstGeom>
            <a:noFill/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2" name="Google Shape;552;p46"/>
            <p:cNvCxnSpPr/>
            <p:nvPr/>
          </p:nvCxnSpPr>
          <p:spPr>
            <a:xfrm>
              <a:off x="6143000" y="3987425"/>
              <a:ext cx="2918700" cy="0"/>
            </a:xfrm>
            <a:prstGeom prst="straightConnector1">
              <a:avLst/>
            </a:prstGeom>
            <a:noFill/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3" name="Google Shape;553;p46"/>
            <p:cNvCxnSpPr/>
            <p:nvPr/>
          </p:nvCxnSpPr>
          <p:spPr>
            <a:xfrm>
              <a:off x="6143000" y="4387175"/>
              <a:ext cx="2918700" cy="0"/>
            </a:xfrm>
            <a:prstGeom prst="straightConnector1">
              <a:avLst/>
            </a:prstGeom>
            <a:noFill/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4" name="Google Shape;554;p46"/>
            <p:cNvCxnSpPr/>
            <p:nvPr/>
          </p:nvCxnSpPr>
          <p:spPr>
            <a:xfrm>
              <a:off x="6238825" y="2516550"/>
              <a:ext cx="0" cy="1939200"/>
            </a:xfrm>
            <a:prstGeom prst="straightConnector1">
              <a:avLst/>
            </a:prstGeom>
            <a:noFill/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5" name="Google Shape;555;p46"/>
            <p:cNvCxnSpPr/>
            <p:nvPr/>
          </p:nvCxnSpPr>
          <p:spPr>
            <a:xfrm>
              <a:off x="7088250" y="2516550"/>
              <a:ext cx="0" cy="1939200"/>
            </a:xfrm>
            <a:prstGeom prst="straightConnector1">
              <a:avLst/>
            </a:prstGeom>
            <a:noFill/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6" name="Google Shape;556;p46"/>
            <p:cNvCxnSpPr/>
            <p:nvPr/>
          </p:nvCxnSpPr>
          <p:spPr>
            <a:xfrm>
              <a:off x="7180513" y="2516550"/>
              <a:ext cx="0" cy="1939200"/>
            </a:xfrm>
            <a:prstGeom prst="straightConnector1">
              <a:avLst/>
            </a:prstGeom>
            <a:noFill/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7" name="Google Shape;557;p46"/>
            <p:cNvCxnSpPr/>
            <p:nvPr/>
          </p:nvCxnSpPr>
          <p:spPr>
            <a:xfrm>
              <a:off x="8029938" y="2516550"/>
              <a:ext cx="0" cy="1939200"/>
            </a:xfrm>
            <a:prstGeom prst="straightConnector1">
              <a:avLst/>
            </a:prstGeom>
            <a:noFill/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8" name="Google Shape;558;p46"/>
            <p:cNvCxnSpPr/>
            <p:nvPr/>
          </p:nvCxnSpPr>
          <p:spPr>
            <a:xfrm>
              <a:off x="8122213" y="2516550"/>
              <a:ext cx="0" cy="1939200"/>
            </a:xfrm>
            <a:prstGeom prst="straightConnector1">
              <a:avLst/>
            </a:prstGeom>
            <a:noFill/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46"/>
            <p:cNvCxnSpPr/>
            <p:nvPr/>
          </p:nvCxnSpPr>
          <p:spPr>
            <a:xfrm>
              <a:off x="8971638" y="2516550"/>
              <a:ext cx="0" cy="1939200"/>
            </a:xfrm>
            <a:prstGeom prst="straightConnector1">
              <a:avLst/>
            </a:prstGeom>
            <a:noFill/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60" name="Google Shape;560;p46"/>
          <p:cNvSpPr txBox="1"/>
          <p:nvPr>
            <p:ph idx="2" type="subTitle"/>
          </p:nvPr>
        </p:nvSpPr>
        <p:spPr>
          <a:xfrm>
            <a:off x="6143000" y="1218125"/>
            <a:ext cx="2828100" cy="80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0 - Logo Grid w/ KPIs">
  <p:cSld name="CUSTOM_3_3_1_1_1_1_2_3_1">
    <p:bg>
      <p:bgPr>
        <a:solidFill>
          <a:schemeClr val="lt2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7"/>
          <p:cNvSpPr/>
          <p:nvPr/>
        </p:nvSpPr>
        <p:spPr>
          <a:xfrm>
            <a:off x="7178050" y="0"/>
            <a:ext cx="1965900" cy="462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3" name="Google Shape;563;p47"/>
          <p:cNvSpPr txBox="1"/>
          <p:nvPr>
            <p:ph idx="1" type="subTitle"/>
          </p:nvPr>
        </p:nvSpPr>
        <p:spPr>
          <a:xfrm>
            <a:off x="7548114" y="3810162"/>
            <a:ext cx="1329300" cy="26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4" name="Google Shape;564;p47"/>
          <p:cNvSpPr txBox="1"/>
          <p:nvPr>
            <p:ph idx="2" type="subTitle"/>
          </p:nvPr>
        </p:nvSpPr>
        <p:spPr>
          <a:xfrm>
            <a:off x="7555172" y="2865075"/>
            <a:ext cx="1329300" cy="26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5" name="Google Shape;565;p47"/>
          <p:cNvSpPr txBox="1"/>
          <p:nvPr>
            <p:ph idx="3" type="subTitle"/>
          </p:nvPr>
        </p:nvSpPr>
        <p:spPr>
          <a:xfrm>
            <a:off x="7555175" y="2486325"/>
            <a:ext cx="13293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6" name="Google Shape;566;p47"/>
          <p:cNvSpPr txBox="1"/>
          <p:nvPr>
            <p:ph idx="4" type="subTitle"/>
          </p:nvPr>
        </p:nvSpPr>
        <p:spPr>
          <a:xfrm>
            <a:off x="7548116" y="3431412"/>
            <a:ext cx="13293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7" name="Google Shape;567;p47"/>
          <p:cNvSpPr txBox="1"/>
          <p:nvPr>
            <p:ph idx="5" type="subTitle"/>
          </p:nvPr>
        </p:nvSpPr>
        <p:spPr>
          <a:xfrm>
            <a:off x="7548114" y="1752762"/>
            <a:ext cx="1329300" cy="26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8" name="Google Shape;568;p47"/>
          <p:cNvSpPr txBox="1"/>
          <p:nvPr>
            <p:ph idx="6" type="subTitle"/>
          </p:nvPr>
        </p:nvSpPr>
        <p:spPr>
          <a:xfrm>
            <a:off x="7555172" y="807675"/>
            <a:ext cx="1329300" cy="26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9" name="Google Shape;569;p47"/>
          <p:cNvSpPr txBox="1"/>
          <p:nvPr>
            <p:ph idx="7" type="subTitle"/>
          </p:nvPr>
        </p:nvSpPr>
        <p:spPr>
          <a:xfrm>
            <a:off x="7555175" y="428925"/>
            <a:ext cx="13293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0" name="Google Shape;570;p47"/>
          <p:cNvSpPr txBox="1"/>
          <p:nvPr>
            <p:ph idx="8" type="subTitle"/>
          </p:nvPr>
        </p:nvSpPr>
        <p:spPr>
          <a:xfrm>
            <a:off x="7548116" y="1374012"/>
            <a:ext cx="13293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1" name="Google Shape;571;p47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72" name="Google Shape;572;p47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3" name="Google Shape;573;p47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4" name="Google Shape;574;p47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5" name="Google Shape;575;p47"/>
          <p:cNvSpPr txBox="1"/>
          <p:nvPr>
            <p:ph idx="9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6" name="Google Shape;576;p47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7" name="Google Shape;577;p47"/>
          <p:cNvSpPr txBox="1"/>
          <p:nvPr>
            <p:ph type="title"/>
          </p:nvPr>
        </p:nvSpPr>
        <p:spPr>
          <a:xfrm>
            <a:off x="457200" y="314325"/>
            <a:ext cx="6407100" cy="4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500"/>
              <a:buFont typeface="DM Sans SemiBold"/>
              <a:buNone/>
              <a:defRPr sz="2500">
                <a:solidFill>
                  <a:srgbClr val="171717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8" name="Google Shape;578;p47"/>
          <p:cNvSpPr/>
          <p:nvPr>
            <p:ph idx="13" type="pic"/>
          </p:nvPr>
        </p:nvSpPr>
        <p:spPr>
          <a:xfrm>
            <a:off x="754262" y="1077703"/>
            <a:ext cx="1106400" cy="3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79" name="Google Shape;579;p47"/>
          <p:cNvSpPr/>
          <p:nvPr>
            <p:ph idx="14" type="pic"/>
          </p:nvPr>
        </p:nvSpPr>
        <p:spPr>
          <a:xfrm>
            <a:off x="2242187" y="1077703"/>
            <a:ext cx="1106400" cy="3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47"/>
          <p:cNvSpPr/>
          <p:nvPr>
            <p:ph idx="15" type="pic"/>
          </p:nvPr>
        </p:nvSpPr>
        <p:spPr>
          <a:xfrm>
            <a:off x="3730112" y="1077703"/>
            <a:ext cx="1106400" cy="3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81" name="Google Shape;581;p47"/>
          <p:cNvSpPr/>
          <p:nvPr>
            <p:ph idx="16" type="pic"/>
          </p:nvPr>
        </p:nvSpPr>
        <p:spPr>
          <a:xfrm>
            <a:off x="5218037" y="1077703"/>
            <a:ext cx="1106400" cy="3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82" name="Google Shape;582;p47"/>
          <p:cNvSpPr/>
          <p:nvPr>
            <p:ph idx="17" type="pic"/>
          </p:nvPr>
        </p:nvSpPr>
        <p:spPr>
          <a:xfrm>
            <a:off x="758812" y="1726478"/>
            <a:ext cx="1106400" cy="3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83" name="Google Shape;583;p47"/>
          <p:cNvSpPr/>
          <p:nvPr>
            <p:ph idx="18" type="pic"/>
          </p:nvPr>
        </p:nvSpPr>
        <p:spPr>
          <a:xfrm>
            <a:off x="2246737" y="1726478"/>
            <a:ext cx="1106400" cy="3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47"/>
          <p:cNvSpPr/>
          <p:nvPr>
            <p:ph idx="19" type="pic"/>
          </p:nvPr>
        </p:nvSpPr>
        <p:spPr>
          <a:xfrm>
            <a:off x="3734662" y="1726478"/>
            <a:ext cx="1106400" cy="3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47"/>
          <p:cNvSpPr/>
          <p:nvPr>
            <p:ph idx="20" type="pic"/>
          </p:nvPr>
        </p:nvSpPr>
        <p:spPr>
          <a:xfrm>
            <a:off x="5222587" y="1726478"/>
            <a:ext cx="1106400" cy="3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86" name="Google Shape;586;p47"/>
          <p:cNvSpPr/>
          <p:nvPr>
            <p:ph idx="21" type="pic"/>
          </p:nvPr>
        </p:nvSpPr>
        <p:spPr>
          <a:xfrm>
            <a:off x="758812" y="2385600"/>
            <a:ext cx="1106400" cy="3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87" name="Google Shape;587;p47"/>
          <p:cNvSpPr/>
          <p:nvPr>
            <p:ph idx="22" type="pic"/>
          </p:nvPr>
        </p:nvSpPr>
        <p:spPr>
          <a:xfrm>
            <a:off x="2246737" y="2385600"/>
            <a:ext cx="1106400" cy="3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47"/>
          <p:cNvSpPr/>
          <p:nvPr>
            <p:ph idx="23" type="pic"/>
          </p:nvPr>
        </p:nvSpPr>
        <p:spPr>
          <a:xfrm>
            <a:off x="3734662" y="2385600"/>
            <a:ext cx="1106400" cy="3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89" name="Google Shape;589;p47"/>
          <p:cNvSpPr/>
          <p:nvPr>
            <p:ph idx="24" type="pic"/>
          </p:nvPr>
        </p:nvSpPr>
        <p:spPr>
          <a:xfrm>
            <a:off x="5222587" y="2385600"/>
            <a:ext cx="1106400" cy="3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7"/>
          <p:cNvSpPr/>
          <p:nvPr>
            <p:ph idx="25" type="pic"/>
          </p:nvPr>
        </p:nvSpPr>
        <p:spPr>
          <a:xfrm>
            <a:off x="758812" y="3044732"/>
            <a:ext cx="1106400" cy="3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7"/>
          <p:cNvSpPr/>
          <p:nvPr>
            <p:ph idx="26" type="pic"/>
          </p:nvPr>
        </p:nvSpPr>
        <p:spPr>
          <a:xfrm>
            <a:off x="2246737" y="3044732"/>
            <a:ext cx="1106400" cy="3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7"/>
          <p:cNvSpPr/>
          <p:nvPr>
            <p:ph idx="27" type="pic"/>
          </p:nvPr>
        </p:nvSpPr>
        <p:spPr>
          <a:xfrm>
            <a:off x="3734662" y="3044732"/>
            <a:ext cx="1106400" cy="3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47"/>
          <p:cNvSpPr/>
          <p:nvPr>
            <p:ph idx="28" type="pic"/>
          </p:nvPr>
        </p:nvSpPr>
        <p:spPr>
          <a:xfrm>
            <a:off x="5222587" y="3044732"/>
            <a:ext cx="1106400" cy="3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7"/>
          <p:cNvSpPr/>
          <p:nvPr>
            <p:ph idx="29" type="pic"/>
          </p:nvPr>
        </p:nvSpPr>
        <p:spPr>
          <a:xfrm>
            <a:off x="758812" y="3734907"/>
            <a:ext cx="1106400" cy="3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7"/>
          <p:cNvSpPr/>
          <p:nvPr>
            <p:ph idx="30" type="pic"/>
          </p:nvPr>
        </p:nvSpPr>
        <p:spPr>
          <a:xfrm>
            <a:off x="2246737" y="3734907"/>
            <a:ext cx="1106400" cy="3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p47"/>
          <p:cNvSpPr/>
          <p:nvPr>
            <p:ph idx="31" type="pic"/>
          </p:nvPr>
        </p:nvSpPr>
        <p:spPr>
          <a:xfrm>
            <a:off x="3734662" y="3734907"/>
            <a:ext cx="1106400" cy="365700"/>
          </a:xfrm>
          <a:prstGeom prst="rect">
            <a:avLst/>
          </a:prstGeom>
          <a:noFill/>
          <a:ln>
            <a:noFill/>
          </a:ln>
        </p:spPr>
      </p:sp>
      <p:sp>
        <p:nvSpPr>
          <p:cNvPr id="597" name="Google Shape;597;p47"/>
          <p:cNvSpPr/>
          <p:nvPr>
            <p:ph idx="32" type="pic"/>
          </p:nvPr>
        </p:nvSpPr>
        <p:spPr>
          <a:xfrm>
            <a:off x="5222587" y="3734907"/>
            <a:ext cx="1106400" cy="36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90 - Divider and Pink">
  <p:cSld name="CUSTOM_3_3_1_1_1_1_2_2">
    <p:bg>
      <p:bgPr>
        <a:solidFill>
          <a:schemeClr val="lt2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8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00" name="Google Shape;600;p48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1" name="Google Shape;601;p48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48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3" name="Google Shape;603;p48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4" name="Google Shape;604;p48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5" name="Google Shape;605;p48"/>
          <p:cNvPicPr preferRelativeResize="0"/>
          <p:nvPr/>
        </p:nvPicPr>
        <p:blipFill rotWithShape="1">
          <a:blip r:embed="rId3">
            <a:alphaModFix/>
          </a:blip>
          <a:srcRect b="-43" l="99" r="17023" t="14587"/>
          <a:stretch/>
        </p:blipFill>
        <p:spPr>
          <a:xfrm flipH="1" rot="5400000">
            <a:off x="5102327" y="-65498"/>
            <a:ext cx="3991424" cy="4107173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8"/>
          <p:cNvSpPr txBox="1"/>
          <p:nvPr>
            <p:ph type="title"/>
          </p:nvPr>
        </p:nvSpPr>
        <p:spPr>
          <a:xfrm>
            <a:off x="388575" y="2212250"/>
            <a:ext cx="4374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4000"/>
              <a:buNone/>
              <a:defRPr sz="40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92 - Divider and Blue">
  <p:cSld name="CUSTOM_3_3_1_1_1_1_2_2_1">
    <p:bg>
      <p:bgPr>
        <a:solidFill>
          <a:schemeClr val="lt2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9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09" name="Google Shape;609;p49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0" name="Google Shape;610;p49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49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2" name="Google Shape;612;p49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3" name="Google Shape;613;p49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4" name="Google Shape;614;p49"/>
          <p:cNvSpPr txBox="1"/>
          <p:nvPr>
            <p:ph type="title"/>
          </p:nvPr>
        </p:nvSpPr>
        <p:spPr>
          <a:xfrm>
            <a:off x="388575" y="1964725"/>
            <a:ext cx="51453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000"/>
              <a:buNone/>
              <a:defRPr sz="4000">
                <a:solidFill>
                  <a:srgbClr val="0A0A0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3000"/>
              <a:buNone/>
              <a:defRPr>
                <a:solidFill>
                  <a:srgbClr val="0A0A0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3000"/>
              <a:buNone/>
              <a:defRPr>
                <a:solidFill>
                  <a:srgbClr val="0A0A0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3000"/>
              <a:buNone/>
              <a:defRPr>
                <a:solidFill>
                  <a:srgbClr val="0A0A0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3000"/>
              <a:buNone/>
              <a:defRPr>
                <a:solidFill>
                  <a:srgbClr val="0A0A0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3000"/>
              <a:buNone/>
              <a:defRPr>
                <a:solidFill>
                  <a:srgbClr val="0A0A0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3000"/>
              <a:buNone/>
              <a:defRPr>
                <a:solidFill>
                  <a:srgbClr val="0A0A0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3000"/>
              <a:buNone/>
              <a:defRPr>
                <a:solidFill>
                  <a:srgbClr val="0A0A0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3000"/>
              <a:buNone/>
              <a:defRPr>
                <a:solidFill>
                  <a:srgbClr val="0A0A0A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 - Blank">
  <p:cSld name="CUSTOM_3_2">
    <p:bg>
      <p:bgPr>
        <a:solidFill>
          <a:schemeClr val="lt2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0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17" name="Google Shape;617;p50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8" name="Google Shape;618;p50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9" name="Google Shape;619;p50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0" name="Google Shape;620;p50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1" name="Google Shape;621;p50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1 - Blank Dark">
  <p:cSld name="CUSTOM_3_1">
    <p:bg>
      <p:bgPr>
        <a:solidFill>
          <a:srgbClr val="0A0A0A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3" name="Google Shape;623;p51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4" name="Google Shape;624;p51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5" name="Google Shape;625;p51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6" name="Google Shape;626;p51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D6D6D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7" name="Google Shape;627;p51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700"/>
              <a:buNone/>
              <a:defRPr b="1" sz="700">
                <a:solidFill>
                  <a:srgbClr val="D6D6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9pPr>
          </a:lstStyle>
          <a:p/>
        </p:txBody>
      </p:sp>
      <p:sp>
        <p:nvSpPr>
          <p:cNvPr id="628" name="Google Shape;628;p51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D6D6D6"/>
                </a:solidFill>
              </a:defRPr>
            </a:lvl1pPr>
            <a:lvl2pPr lvl="1">
              <a:buNone/>
              <a:defRPr sz="700">
                <a:solidFill>
                  <a:srgbClr val="D6D6D6"/>
                </a:solidFill>
              </a:defRPr>
            </a:lvl2pPr>
            <a:lvl3pPr lvl="2">
              <a:buNone/>
              <a:defRPr sz="700">
                <a:solidFill>
                  <a:srgbClr val="D6D6D6"/>
                </a:solidFill>
              </a:defRPr>
            </a:lvl3pPr>
            <a:lvl4pPr lvl="3">
              <a:buNone/>
              <a:defRPr sz="700">
                <a:solidFill>
                  <a:srgbClr val="D6D6D6"/>
                </a:solidFill>
              </a:defRPr>
            </a:lvl4pPr>
            <a:lvl5pPr lvl="4">
              <a:buNone/>
              <a:defRPr sz="700">
                <a:solidFill>
                  <a:srgbClr val="D6D6D6"/>
                </a:solidFill>
              </a:defRPr>
            </a:lvl5pPr>
            <a:lvl6pPr lvl="5">
              <a:buNone/>
              <a:defRPr sz="700">
                <a:solidFill>
                  <a:srgbClr val="D6D6D6"/>
                </a:solidFill>
              </a:defRPr>
            </a:lvl6pPr>
            <a:lvl7pPr lvl="6">
              <a:buNone/>
              <a:defRPr sz="700">
                <a:solidFill>
                  <a:srgbClr val="D6D6D6"/>
                </a:solidFill>
              </a:defRPr>
            </a:lvl7pPr>
            <a:lvl8pPr lvl="7">
              <a:buNone/>
              <a:defRPr sz="700">
                <a:solidFill>
                  <a:srgbClr val="D6D6D6"/>
                </a:solidFill>
              </a:defRPr>
            </a:lvl8pPr>
            <a:lvl9pPr lvl="8">
              <a:buNone/>
              <a:defRPr sz="700">
                <a:solidFill>
                  <a:srgbClr val="D6D6D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9" name="Google Shape;629;p51"/>
          <p:cNvSpPr txBox="1"/>
          <p:nvPr>
            <p:ph type="title"/>
          </p:nvPr>
        </p:nvSpPr>
        <p:spPr>
          <a:xfrm>
            <a:off x="388575" y="1964725"/>
            <a:ext cx="51453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91 - Divider Dark and Pink">
  <p:cSld name="CUSTOM_3_1_1">
    <p:bg>
      <p:bgPr>
        <a:solidFill>
          <a:srgbClr val="1A70F1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Google Shape;631;p52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2" name="Google Shape;632;p52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3" name="Google Shape;633;p52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4" name="Google Shape;634;p52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D6D6D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5" name="Google Shape;635;p52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700"/>
              <a:buNone/>
              <a:defRPr b="1" sz="700">
                <a:solidFill>
                  <a:srgbClr val="D6D6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9pPr>
          </a:lstStyle>
          <a:p/>
        </p:txBody>
      </p:sp>
      <p:sp>
        <p:nvSpPr>
          <p:cNvPr id="636" name="Google Shape;636;p52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D6D6D6"/>
                </a:solidFill>
              </a:defRPr>
            </a:lvl1pPr>
            <a:lvl2pPr lvl="1">
              <a:buNone/>
              <a:defRPr sz="700">
                <a:solidFill>
                  <a:srgbClr val="D6D6D6"/>
                </a:solidFill>
              </a:defRPr>
            </a:lvl2pPr>
            <a:lvl3pPr lvl="2">
              <a:buNone/>
              <a:defRPr sz="700">
                <a:solidFill>
                  <a:srgbClr val="D6D6D6"/>
                </a:solidFill>
              </a:defRPr>
            </a:lvl3pPr>
            <a:lvl4pPr lvl="3">
              <a:buNone/>
              <a:defRPr sz="700">
                <a:solidFill>
                  <a:srgbClr val="D6D6D6"/>
                </a:solidFill>
              </a:defRPr>
            </a:lvl4pPr>
            <a:lvl5pPr lvl="4">
              <a:buNone/>
              <a:defRPr sz="700">
                <a:solidFill>
                  <a:srgbClr val="D6D6D6"/>
                </a:solidFill>
              </a:defRPr>
            </a:lvl5pPr>
            <a:lvl6pPr lvl="5">
              <a:buNone/>
              <a:defRPr sz="700">
                <a:solidFill>
                  <a:srgbClr val="D6D6D6"/>
                </a:solidFill>
              </a:defRPr>
            </a:lvl6pPr>
            <a:lvl7pPr lvl="6">
              <a:buNone/>
              <a:defRPr sz="700">
                <a:solidFill>
                  <a:srgbClr val="D6D6D6"/>
                </a:solidFill>
              </a:defRPr>
            </a:lvl7pPr>
            <a:lvl8pPr lvl="7">
              <a:buNone/>
              <a:defRPr sz="700">
                <a:solidFill>
                  <a:srgbClr val="D6D6D6"/>
                </a:solidFill>
              </a:defRPr>
            </a:lvl8pPr>
            <a:lvl9pPr lvl="8">
              <a:buNone/>
              <a:defRPr sz="700">
                <a:solidFill>
                  <a:srgbClr val="D6D6D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7" name="Google Shape;637;p52"/>
          <p:cNvSpPr txBox="1"/>
          <p:nvPr>
            <p:ph type="title"/>
          </p:nvPr>
        </p:nvSpPr>
        <p:spPr>
          <a:xfrm>
            <a:off x="388575" y="1964725"/>
            <a:ext cx="51453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93 - Divider Dark and Teal">
  <p:cSld name="CUSTOM_3_1_1_1">
    <p:bg>
      <p:bgPr>
        <a:solidFill>
          <a:srgbClr val="1A70F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53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0" name="Google Shape;640;p53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p53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2" name="Google Shape;642;p53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D6D6D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3" name="Google Shape;643;p53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700"/>
              <a:buNone/>
              <a:defRPr b="1" sz="700">
                <a:solidFill>
                  <a:srgbClr val="D6D6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9pPr>
          </a:lstStyle>
          <a:p/>
        </p:txBody>
      </p:sp>
      <p:sp>
        <p:nvSpPr>
          <p:cNvPr id="644" name="Google Shape;644;p53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D6D6D6"/>
                </a:solidFill>
              </a:defRPr>
            </a:lvl1pPr>
            <a:lvl2pPr lvl="1">
              <a:buNone/>
              <a:defRPr sz="700">
                <a:solidFill>
                  <a:srgbClr val="D6D6D6"/>
                </a:solidFill>
              </a:defRPr>
            </a:lvl2pPr>
            <a:lvl3pPr lvl="2">
              <a:buNone/>
              <a:defRPr sz="700">
                <a:solidFill>
                  <a:srgbClr val="D6D6D6"/>
                </a:solidFill>
              </a:defRPr>
            </a:lvl3pPr>
            <a:lvl4pPr lvl="3">
              <a:buNone/>
              <a:defRPr sz="700">
                <a:solidFill>
                  <a:srgbClr val="D6D6D6"/>
                </a:solidFill>
              </a:defRPr>
            </a:lvl4pPr>
            <a:lvl5pPr lvl="4">
              <a:buNone/>
              <a:defRPr sz="700">
                <a:solidFill>
                  <a:srgbClr val="D6D6D6"/>
                </a:solidFill>
              </a:defRPr>
            </a:lvl5pPr>
            <a:lvl6pPr lvl="5">
              <a:buNone/>
              <a:defRPr sz="700">
                <a:solidFill>
                  <a:srgbClr val="D6D6D6"/>
                </a:solidFill>
              </a:defRPr>
            </a:lvl6pPr>
            <a:lvl7pPr lvl="6">
              <a:buNone/>
              <a:defRPr sz="700">
                <a:solidFill>
                  <a:srgbClr val="D6D6D6"/>
                </a:solidFill>
              </a:defRPr>
            </a:lvl7pPr>
            <a:lvl8pPr lvl="7">
              <a:buNone/>
              <a:defRPr sz="700">
                <a:solidFill>
                  <a:srgbClr val="D6D6D6"/>
                </a:solidFill>
              </a:defRPr>
            </a:lvl8pPr>
            <a:lvl9pPr lvl="8">
              <a:buNone/>
              <a:defRPr sz="700">
                <a:solidFill>
                  <a:srgbClr val="D6D6D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5" name="Google Shape;645;p53"/>
          <p:cNvSpPr txBox="1"/>
          <p:nvPr>
            <p:ph type="title"/>
          </p:nvPr>
        </p:nvSpPr>
        <p:spPr>
          <a:xfrm>
            <a:off x="388575" y="1964725"/>
            <a:ext cx="51453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93 - Divider Dark and Green Sigma">
  <p:cSld name="CUSTOM_3_1_1_1_1">
    <p:bg>
      <p:bgPr>
        <a:solidFill>
          <a:srgbClr val="1A70F1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4"/>
          <p:cNvSpPr/>
          <p:nvPr/>
        </p:nvSpPr>
        <p:spPr>
          <a:xfrm>
            <a:off x="150" y="4625100"/>
            <a:ext cx="9144000" cy="518400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48" name="Google Shape;648;p54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9" name="Google Shape;649;p54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0" name="Google Shape;650;p54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1" name="Google Shape;651;p54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D6D6D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2" name="Google Shape;652;p54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700"/>
              <a:buNone/>
              <a:defRPr b="1" sz="700">
                <a:solidFill>
                  <a:srgbClr val="D6D6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9pPr>
          </a:lstStyle>
          <a:p/>
        </p:txBody>
      </p:sp>
      <p:sp>
        <p:nvSpPr>
          <p:cNvPr id="653" name="Google Shape;653;p54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D6D6D6"/>
                </a:solidFill>
              </a:defRPr>
            </a:lvl1pPr>
            <a:lvl2pPr lvl="1">
              <a:buNone/>
              <a:defRPr sz="700">
                <a:solidFill>
                  <a:srgbClr val="D6D6D6"/>
                </a:solidFill>
              </a:defRPr>
            </a:lvl2pPr>
            <a:lvl3pPr lvl="2">
              <a:buNone/>
              <a:defRPr sz="700">
                <a:solidFill>
                  <a:srgbClr val="D6D6D6"/>
                </a:solidFill>
              </a:defRPr>
            </a:lvl3pPr>
            <a:lvl4pPr lvl="3">
              <a:buNone/>
              <a:defRPr sz="700">
                <a:solidFill>
                  <a:srgbClr val="D6D6D6"/>
                </a:solidFill>
              </a:defRPr>
            </a:lvl4pPr>
            <a:lvl5pPr lvl="4">
              <a:buNone/>
              <a:defRPr sz="700">
                <a:solidFill>
                  <a:srgbClr val="D6D6D6"/>
                </a:solidFill>
              </a:defRPr>
            </a:lvl5pPr>
            <a:lvl6pPr lvl="5">
              <a:buNone/>
              <a:defRPr sz="700">
                <a:solidFill>
                  <a:srgbClr val="D6D6D6"/>
                </a:solidFill>
              </a:defRPr>
            </a:lvl6pPr>
            <a:lvl7pPr lvl="6">
              <a:buNone/>
              <a:defRPr sz="700">
                <a:solidFill>
                  <a:srgbClr val="D6D6D6"/>
                </a:solidFill>
              </a:defRPr>
            </a:lvl7pPr>
            <a:lvl8pPr lvl="7">
              <a:buNone/>
              <a:defRPr sz="700">
                <a:solidFill>
                  <a:srgbClr val="D6D6D6"/>
                </a:solidFill>
              </a:defRPr>
            </a:lvl8pPr>
            <a:lvl9pPr lvl="8">
              <a:buNone/>
              <a:defRPr sz="700">
                <a:solidFill>
                  <a:srgbClr val="D6D6D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4" name="Google Shape;654;p54"/>
          <p:cNvSpPr txBox="1"/>
          <p:nvPr>
            <p:ph type="title"/>
          </p:nvPr>
        </p:nvSpPr>
        <p:spPr>
          <a:xfrm>
            <a:off x="388575" y="1964725"/>
            <a:ext cx="51453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3 - Three Column">
  <p:cSld name="TITLE_AND_TWO_COLUMNS_2">
    <p:bg>
      <p:bgPr>
        <a:solidFill>
          <a:schemeClr val="lt2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55"/>
          <p:cNvSpPr txBox="1"/>
          <p:nvPr>
            <p:ph idx="1" type="body"/>
          </p:nvPr>
        </p:nvSpPr>
        <p:spPr>
          <a:xfrm>
            <a:off x="457200" y="863550"/>
            <a:ext cx="264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57" name="Google Shape;657;p55"/>
          <p:cNvSpPr txBox="1"/>
          <p:nvPr>
            <p:ph idx="2" type="body"/>
          </p:nvPr>
        </p:nvSpPr>
        <p:spPr>
          <a:xfrm>
            <a:off x="3248305" y="863550"/>
            <a:ext cx="264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58" name="Google Shape;658;p55"/>
          <p:cNvSpPr txBox="1"/>
          <p:nvPr>
            <p:ph type="title"/>
          </p:nvPr>
        </p:nvSpPr>
        <p:spPr>
          <a:xfrm>
            <a:off x="457200" y="314325"/>
            <a:ext cx="8223600" cy="4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None/>
              <a:defRPr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9" name="Google Shape;659;p55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60" name="Google Shape;660;p55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1" name="Google Shape;661;p55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55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3" name="Google Shape;663;p55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4" name="Google Shape;664;p55"/>
          <p:cNvSpPr txBox="1"/>
          <p:nvPr>
            <p:ph idx="3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5" name="Google Shape;665;p55"/>
          <p:cNvSpPr txBox="1"/>
          <p:nvPr>
            <p:ph idx="4" type="body"/>
          </p:nvPr>
        </p:nvSpPr>
        <p:spPr>
          <a:xfrm>
            <a:off x="6039410" y="863550"/>
            <a:ext cx="264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4 - Four Column">
  <p:cSld name="TITLE_AND_TWO_COLUMNS_2_1">
    <p:bg>
      <p:bgPr>
        <a:solidFill>
          <a:schemeClr val="lt2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6"/>
          <p:cNvSpPr txBox="1"/>
          <p:nvPr>
            <p:ph idx="1" type="body"/>
          </p:nvPr>
        </p:nvSpPr>
        <p:spPr>
          <a:xfrm>
            <a:off x="457200" y="863550"/>
            <a:ext cx="197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68" name="Google Shape;668;p56"/>
          <p:cNvSpPr txBox="1"/>
          <p:nvPr>
            <p:ph idx="2" type="body"/>
          </p:nvPr>
        </p:nvSpPr>
        <p:spPr>
          <a:xfrm>
            <a:off x="2541024" y="863550"/>
            <a:ext cx="197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69" name="Google Shape;669;p56"/>
          <p:cNvSpPr txBox="1"/>
          <p:nvPr>
            <p:ph idx="3" type="body"/>
          </p:nvPr>
        </p:nvSpPr>
        <p:spPr>
          <a:xfrm>
            <a:off x="4624849" y="863550"/>
            <a:ext cx="197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0" name="Google Shape;670;p56"/>
          <p:cNvSpPr txBox="1"/>
          <p:nvPr>
            <p:ph idx="4" type="body"/>
          </p:nvPr>
        </p:nvSpPr>
        <p:spPr>
          <a:xfrm>
            <a:off x="6708670" y="863550"/>
            <a:ext cx="197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1" name="Google Shape;671;p56"/>
          <p:cNvSpPr txBox="1"/>
          <p:nvPr>
            <p:ph type="title"/>
          </p:nvPr>
        </p:nvSpPr>
        <p:spPr>
          <a:xfrm>
            <a:off x="457200" y="314325"/>
            <a:ext cx="8223600" cy="4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None/>
              <a:defRPr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2" name="Google Shape;672;p56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73" name="Google Shape;673;p56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4" name="Google Shape;674;p56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5" name="Google Shape;675;p56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6" name="Google Shape;676;p56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7" name="Google Shape;677;p56"/>
          <p:cNvSpPr txBox="1"/>
          <p:nvPr>
            <p:ph idx="5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4 - Blank 1">
  <p:cSld name="CUSTOM_3_4">
    <p:bg>
      <p:bgPr>
        <a:solidFill>
          <a:schemeClr val="lt2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57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80" name="Google Shape;680;p57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1" name="Google Shape;681;p57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2" name="Google Shape;682;p57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3" name="Google Shape;683;p57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4" name="Google Shape;684;p57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1 - Research">
  <p:cSld name="CUSTOM_3_4_1">
    <p:bg>
      <p:bgPr>
        <a:solidFill>
          <a:schemeClr val="lt1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8"/>
          <p:cNvSpPr/>
          <p:nvPr/>
        </p:nvSpPr>
        <p:spPr>
          <a:xfrm>
            <a:off x="480000" y="1011162"/>
            <a:ext cx="3357000" cy="3310200"/>
          </a:xfrm>
          <a:prstGeom prst="roundRect">
            <a:avLst>
              <a:gd fmla="val 5028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3900000" dist="38100">
              <a:srgbClr val="D6D6D6">
                <a:alpha val="7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7" name="Google Shape;687;p58"/>
          <p:cNvSpPr/>
          <p:nvPr/>
        </p:nvSpPr>
        <p:spPr>
          <a:xfrm>
            <a:off x="4112675" y="1011150"/>
            <a:ext cx="3516000" cy="3310200"/>
          </a:xfrm>
          <a:prstGeom prst="roundRect">
            <a:avLst>
              <a:gd fmla="val 5028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3900000" dist="38100">
              <a:srgbClr val="D6D6D6">
                <a:alpha val="7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8" name="Google Shape;688;p58"/>
          <p:cNvSpPr txBox="1"/>
          <p:nvPr>
            <p:ph idx="1" type="subTitle"/>
          </p:nvPr>
        </p:nvSpPr>
        <p:spPr>
          <a:xfrm>
            <a:off x="4386025" y="1122175"/>
            <a:ext cx="2892300" cy="38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689" name="Google Shape;689;p58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2026</a:t>
            </a:r>
            <a:endParaRPr sz="700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90" name="Google Shape;690;p58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1" name="Google Shape;691;p58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2" name="Google Shape;692;p58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3" name="Google Shape;693;p58"/>
          <p:cNvSpPr txBox="1"/>
          <p:nvPr>
            <p:ph idx="2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4" name="Google Shape;694;p58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171717"/>
                </a:solidFill>
              </a:defRPr>
            </a:lvl1pPr>
            <a:lvl2pPr lvl="1">
              <a:buNone/>
              <a:defRPr sz="700">
                <a:solidFill>
                  <a:srgbClr val="171717"/>
                </a:solidFill>
              </a:defRPr>
            </a:lvl2pPr>
            <a:lvl3pPr lvl="2">
              <a:buNone/>
              <a:defRPr sz="700">
                <a:solidFill>
                  <a:srgbClr val="171717"/>
                </a:solidFill>
              </a:defRPr>
            </a:lvl3pPr>
            <a:lvl4pPr lvl="3">
              <a:buNone/>
              <a:defRPr sz="700">
                <a:solidFill>
                  <a:srgbClr val="171717"/>
                </a:solidFill>
              </a:defRPr>
            </a:lvl4pPr>
            <a:lvl5pPr lvl="4">
              <a:buNone/>
              <a:defRPr sz="700">
                <a:solidFill>
                  <a:srgbClr val="171717"/>
                </a:solidFill>
              </a:defRPr>
            </a:lvl5pPr>
            <a:lvl6pPr lvl="5">
              <a:buNone/>
              <a:defRPr sz="700">
                <a:solidFill>
                  <a:srgbClr val="171717"/>
                </a:solidFill>
              </a:defRPr>
            </a:lvl6pPr>
            <a:lvl7pPr lvl="6">
              <a:buNone/>
              <a:defRPr sz="700">
                <a:solidFill>
                  <a:srgbClr val="171717"/>
                </a:solidFill>
              </a:defRPr>
            </a:lvl7pPr>
            <a:lvl8pPr lvl="7">
              <a:buNone/>
              <a:defRPr sz="700">
                <a:solidFill>
                  <a:srgbClr val="171717"/>
                </a:solidFill>
              </a:defRPr>
            </a:lvl8pPr>
            <a:lvl9pPr lvl="8">
              <a:buNone/>
              <a:defRPr sz="700">
                <a:solidFill>
                  <a:srgbClr val="171717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5" name="Google Shape;695;p58"/>
          <p:cNvSpPr/>
          <p:nvPr>
            <p:ph idx="3" type="pic"/>
          </p:nvPr>
        </p:nvSpPr>
        <p:spPr>
          <a:xfrm>
            <a:off x="4386025" y="1665562"/>
            <a:ext cx="805200" cy="715800"/>
          </a:xfrm>
          <a:prstGeom prst="rect">
            <a:avLst/>
          </a:prstGeom>
          <a:noFill/>
          <a:ln>
            <a:noFill/>
          </a:ln>
        </p:spPr>
      </p:sp>
      <p:sp>
        <p:nvSpPr>
          <p:cNvPr id="696" name="Google Shape;696;p58"/>
          <p:cNvSpPr/>
          <p:nvPr>
            <p:ph idx="4" type="pic"/>
          </p:nvPr>
        </p:nvSpPr>
        <p:spPr>
          <a:xfrm>
            <a:off x="5429502" y="1665562"/>
            <a:ext cx="805200" cy="715800"/>
          </a:xfrm>
          <a:prstGeom prst="rect">
            <a:avLst/>
          </a:prstGeom>
          <a:noFill/>
          <a:ln>
            <a:noFill/>
          </a:ln>
        </p:spPr>
      </p:sp>
      <p:sp>
        <p:nvSpPr>
          <p:cNvPr id="697" name="Google Shape;697;p58"/>
          <p:cNvSpPr/>
          <p:nvPr>
            <p:ph idx="5" type="pic"/>
          </p:nvPr>
        </p:nvSpPr>
        <p:spPr>
          <a:xfrm>
            <a:off x="6472978" y="1665562"/>
            <a:ext cx="805200" cy="7158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58"/>
          <p:cNvSpPr/>
          <p:nvPr>
            <p:ph idx="6" type="pic"/>
          </p:nvPr>
        </p:nvSpPr>
        <p:spPr>
          <a:xfrm>
            <a:off x="4386025" y="3251825"/>
            <a:ext cx="805200" cy="7158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58"/>
          <p:cNvSpPr/>
          <p:nvPr>
            <p:ph idx="7" type="pic"/>
          </p:nvPr>
        </p:nvSpPr>
        <p:spPr>
          <a:xfrm>
            <a:off x="5429502" y="3251825"/>
            <a:ext cx="805200" cy="715800"/>
          </a:xfrm>
          <a:prstGeom prst="rect">
            <a:avLst/>
          </a:prstGeom>
          <a:noFill/>
          <a:ln>
            <a:noFill/>
          </a:ln>
        </p:spPr>
      </p:sp>
      <p:sp>
        <p:nvSpPr>
          <p:cNvPr id="700" name="Google Shape;700;p58"/>
          <p:cNvSpPr/>
          <p:nvPr>
            <p:ph idx="8" type="pic"/>
          </p:nvPr>
        </p:nvSpPr>
        <p:spPr>
          <a:xfrm>
            <a:off x="6472978" y="3251825"/>
            <a:ext cx="805200" cy="715800"/>
          </a:xfrm>
          <a:prstGeom prst="rect">
            <a:avLst/>
          </a:prstGeom>
          <a:noFill/>
          <a:ln>
            <a:noFill/>
          </a:ln>
        </p:spPr>
      </p:sp>
      <p:sp>
        <p:nvSpPr>
          <p:cNvPr id="701" name="Google Shape;701;p58"/>
          <p:cNvSpPr txBox="1"/>
          <p:nvPr>
            <p:ph idx="9" type="body"/>
          </p:nvPr>
        </p:nvSpPr>
        <p:spPr>
          <a:xfrm>
            <a:off x="614100" y="1586862"/>
            <a:ext cx="2799000" cy="26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Char char="●"/>
              <a:defRPr sz="1000">
                <a:solidFill>
                  <a:srgbClr val="595959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Char char="○"/>
              <a:defRPr sz="1000">
                <a:solidFill>
                  <a:srgbClr val="595959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Char char="■"/>
              <a:defRPr sz="1000">
                <a:solidFill>
                  <a:srgbClr val="595959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Char char="●"/>
              <a:defRPr sz="1000">
                <a:solidFill>
                  <a:srgbClr val="595959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Char char="○"/>
              <a:defRPr sz="1000">
                <a:solidFill>
                  <a:srgbClr val="595959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Char char="■"/>
              <a:defRPr sz="1000">
                <a:solidFill>
                  <a:srgbClr val="595959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Char char="●"/>
              <a:defRPr sz="1000">
                <a:solidFill>
                  <a:srgbClr val="595959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Char char="○"/>
              <a:defRPr sz="1000">
                <a:solidFill>
                  <a:srgbClr val="595959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Char char="■"/>
              <a:defRPr sz="1000">
                <a:solidFill>
                  <a:srgbClr val="595959"/>
                </a:solidFill>
              </a:defRPr>
            </a:lvl9pPr>
          </a:lstStyle>
          <a:p/>
        </p:txBody>
      </p:sp>
      <p:sp>
        <p:nvSpPr>
          <p:cNvPr id="702" name="Google Shape;702;p58"/>
          <p:cNvSpPr txBox="1"/>
          <p:nvPr>
            <p:ph idx="13" type="subTitle"/>
          </p:nvPr>
        </p:nvSpPr>
        <p:spPr>
          <a:xfrm>
            <a:off x="4398125" y="2720344"/>
            <a:ext cx="2892300" cy="38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703" name="Google Shape;703;p58"/>
          <p:cNvSpPr/>
          <p:nvPr>
            <p:ph idx="14" type="pic"/>
          </p:nvPr>
        </p:nvSpPr>
        <p:spPr>
          <a:xfrm>
            <a:off x="1511900" y="4747125"/>
            <a:ext cx="805200" cy="286200"/>
          </a:xfrm>
          <a:prstGeom prst="rect">
            <a:avLst/>
          </a:prstGeom>
          <a:noFill/>
          <a:ln>
            <a:noFill/>
          </a:ln>
        </p:spPr>
      </p:sp>
      <p:sp>
        <p:nvSpPr>
          <p:cNvPr id="704" name="Google Shape;704;p58"/>
          <p:cNvSpPr/>
          <p:nvPr/>
        </p:nvSpPr>
        <p:spPr>
          <a:xfrm>
            <a:off x="1215400" y="4808625"/>
            <a:ext cx="163200" cy="163200"/>
          </a:xfrm>
          <a:prstGeom prst="mathMultiply">
            <a:avLst>
              <a:gd fmla="val 17249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5" name="Google Shape;705;p58"/>
          <p:cNvSpPr txBox="1"/>
          <p:nvPr>
            <p:ph type="title"/>
          </p:nvPr>
        </p:nvSpPr>
        <p:spPr>
          <a:xfrm>
            <a:off x="457200" y="284559"/>
            <a:ext cx="6891000" cy="4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None/>
              <a:defRPr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6" name="Google Shape;706;p58"/>
          <p:cNvSpPr txBox="1"/>
          <p:nvPr>
            <p:ph idx="15" type="subTitle"/>
          </p:nvPr>
        </p:nvSpPr>
        <p:spPr>
          <a:xfrm>
            <a:off x="614450" y="1122175"/>
            <a:ext cx="2581200" cy="38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SemiBold"/>
              <a:buNone/>
              <a:defRPr sz="12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Main Gray">
  <p:cSld name="TITLE_AND_BODY_2_1">
    <p:bg>
      <p:bgPr>
        <a:solidFill>
          <a:schemeClr val="lt2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9"/>
          <p:cNvSpPr txBox="1"/>
          <p:nvPr>
            <p:ph type="title"/>
          </p:nvPr>
        </p:nvSpPr>
        <p:spPr>
          <a:xfrm>
            <a:off x="311700" y="310896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9" name="Google Shape;709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0" name="Google Shape;710;p59"/>
          <p:cNvSpPr txBox="1"/>
          <p:nvPr>
            <p:ph idx="12" type="sldNum"/>
          </p:nvPr>
        </p:nvSpPr>
        <p:spPr>
          <a:xfrm>
            <a:off x="8349950" y="4742264"/>
            <a:ext cx="548700" cy="2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Mono"/>
                <a:ea typeface="DM Mono"/>
                <a:cs typeface="DM Mono"/>
                <a:sym typeface="DM Mono"/>
              </a:defRPr>
            </a:lvl1pPr>
            <a:lvl2pPr lvl="1">
              <a:buNone/>
              <a:defRPr>
                <a:latin typeface="DM Mono"/>
                <a:ea typeface="DM Mono"/>
                <a:cs typeface="DM Mono"/>
                <a:sym typeface="DM Mono"/>
              </a:defRPr>
            </a:lvl2pPr>
            <a:lvl3pPr lvl="2">
              <a:buNone/>
              <a:defRPr>
                <a:latin typeface="DM Mono"/>
                <a:ea typeface="DM Mono"/>
                <a:cs typeface="DM Mono"/>
                <a:sym typeface="DM Mono"/>
              </a:defRPr>
            </a:lvl3pPr>
            <a:lvl4pPr lvl="3">
              <a:buNone/>
              <a:defRPr>
                <a:latin typeface="DM Mono"/>
                <a:ea typeface="DM Mono"/>
                <a:cs typeface="DM Mono"/>
                <a:sym typeface="DM Mono"/>
              </a:defRPr>
            </a:lvl4pPr>
            <a:lvl5pPr lvl="4">
              <a:buNone/>
              <a:defRPr>
                <a:latin typeface="DM Mono"/>
                <a:ea typeface="DM Mono"/>
                <a:cs typeface="DM Mono"/>
                <a:sym typeface="DM Mono"/>
              </a:defRPr>
            </a:lvl5pPr>
            <a:lvl6pPr lvl="5">
              <a:buNone/>
              <a:defRPr>
                <a:latin typeface="DM Mono"/>
                <a:ea typeface="DM Mono"/>
                <a:cs typeface="DM Mono"/>
                <a:sym typeface="DM Mono"/>
              </a:defRPr>
            </a:lvl6pPr>
            <a:lvl7pPr lvl="6">
              <a:buNone/>
              <a:defRPr>
                <a:latin typeface="DM Mono"/>
                <a:ea typeface="DM Mono"/>
                <a:cs typeface="DM Mono"/>
                <a:sym typeface="DM Mono"/>
              </a:defRPr>
            </a:lvl7pPr>
            <a:lvl8pPr lvl="7">
              <a:buNone/>
              <a:defRPr>
                <a:latin typeface="DM Mono"/>
                <a:ea typeface="DM Mono"/>
                <a:cs typeface="DM Mono"/>
                <a:sym typeface="DM Mono"/>
              </a:defRPr>
            </a:lvl8pPr>
            <a:lvl9pPr lvl="8">
              <a:buNone/>
              <a:defRPr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1" name="Google Shape;711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7035" y="4800648"/>
            <a:ext cx="554025" cy="159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2" name="Google Shape;712;p59"/>
          <p:cNvCxnSpPr/>
          <p:nvPr/>
        </p:nvCxnSpPr>
        <p:spPr>
          <a:xfrm>
            <a:off x="934360" y="4880598"/>
            <a:ext cx="727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_white" type="titleOnly">
  <p:cSld name="TITLE_ONLY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60"/>
          <p:cNvSpPr txBox="1"/>
          <p:nvPr>
            <p:ph type="title"/>
          </p:nvPr>
        </p:nvSpPr>
        <p:spPr>
          <a:xfrm>
            <a:off x="311700" y="457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715" name="Google Shape;715;p60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311694" y="4681156"/>
            <a:ext cx="602102" cy="17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5">
  <p:cSld name="SECTION_HEADER_5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6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8" name="Google Shape;718;p61"/>
          <p:cNvSpPr txBox="1"/>
          <p:nvPr>
            <p:ph idx="12" type="sldNum"/>
          </p:nvPr>
        </p:nvSpPr>
        <p:spPr>
          <a:xfrm>
            <a:off x="8349950" y="4742275"/>
            <a:ext cx="554100" cy="2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Mono"/>
                <a:ea typeface="DM Mono"/>
                <a:cs typeface="DM Mono"/>
                <a:sym typeface="DM Mono"/>
              </a:defRPr>
            </a:lvl1pPr>
            <a:lvl2pPr lvl="1">
              <a:buNone/>
              <a:defRPr>
                <a:latin typeface="DM Mono"/>
                <a:ea typeface="DM Mono"/>
                <a:cs typeface="DM Mono"/>
                <a:sym typeface="DM Mono"/>
              </a:defRPr>
            </a:lvl2pPr>
            <a:lvl3pPr lvl="2">
              <a:buNone/>
              <a:defRPr>
                <a:latin typeface="DM Mono"/>
                <a:ea typeface="DM Mono"/>
                <a:cs typeface="DM Mono"/>
                <a:sym typeface="DM Mono"/>
              </a:defRPr>
            </a:lvl3pPr>
            <a:lvl4pPr lvl="3">
              <a:buNone/>
              <a:defRPr>
                <a:latin typeface="DM Mono"/>
                <a:ea typeface="DM Mono"/>
                <a:cs typeface="DM Mono"/>
                <a:sym typeface="DM Mono"/>
              </a:defRPr>
            </a:lvl4pPr>
            <a:lvl5pPr lvl="4">
              <a:buNone/>
              <a:defRPr>
                <a:latin typeface="DM Mono"/>
                <a:ea typeface="DM Mono"/>
                <a:cs typeface="DM Mono"/>
                <a:sym typeface="DM Mono"/>
              </a:defRPr>
            </a:lvl5pPr>
            <a:lvl6pPr lvl="5">
              <a:buNone/>
              <a:defRPr>
                <a:latin typeface="DM Mono"/>
                <a:ea typeface="DM Mono"/>
                <a:cs typeface="DM Mono"/>
                <a:sym typeface="DM Mono"/>
              </a:defRPr>
            </a:lvl6pPr>
            <a:lvl7pPr lvl="6">
              <a:buNone/>
              <a:defRPr>
                <a:latin typeface="DM Mono"/>
                <a:ea typeface="DM Mono"/>
                <a:cs typeface="DM Mono"/>
                <a:sym typeface="DM Mono"/>
              </a:defRPr>
            </a:lvl7pPr>
            <a:lvl8pPr lvl="7">
              <a:buNone/>
              <a:defRPr>
                <a:latin typeface="DM Mono"/>
                <a:ea typeface="DM Mono"/>
                <a:cs typeface="DM Mono"/>
                <a:sym typeface="DM Mono"/>
              </a:defRPr>
            </a:lvl8pPr>
            <a:lvl9pPr lvl="8">
              <a:buNone/>
              <a:defRPr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9" name="Google Shape;719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7035" y="4800648"/>
            <a:ext cx="554025" cy="159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0" name="Google Shape;720;p61"/>
          <p:cNvCxnSpPr/>
          <p:nvPr/>
        </p:nvCxnSpPr>
        <p:spPr>
          <a:xfrm>
            <a:off x="934250" y="4880575"/>
            <a:ext cx="756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Gray">
  <p:cSld name="BLANK_1_1">
    <p:bg>
      <p:bgPr>
        <a:solidFill>
          <a:srgbClr val="F0F0F0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Google Shape;722;p62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311694" y="4681156"/>
            <a:ext cx="602102" cy="17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0 - Left Header 1">
  <p:cSld name="CUSTOM_3_3_1_1_1_1_2_4">
    <p:bg>
      <p:bgPr>
        <a:solidFill>
          <a:schemeClr val="lt2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3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</a:t>
            </a: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2026</a:t>
            </a:r>
            <a:endParaRPr b="0" i="0" sz="700" u="none" cap="none" strike="noStrike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25" name="Google Shape;725;p63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6" name="Google Shape;726;p63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7" name="Google Shape;727;p63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8" name="Google Shape;728;p63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9" name="Google Shape;729;p63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0" name="Google Shape;730;p63"/>
          <p:cNvSpPr txBox="1"/>
          <p:nvPr>
            <p:ph idx="2" type="subTitle"/>
          </p:nvPr>
        </p:nvSpPr>
        <p:spPr>
          <a:xfrm>
            <a:off x="457200" y="737100"/>
            <a:ext cx="82236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1" name="Google Shape;731;p63"/>
          <p:cNvSpPr txBox="1"/>
          <p:nvPr>
            <p:ph type="title"/>
          </p:nvPr>
        </p:nvSpPr>
        <p:spPr>
          <a:xfrm>
            <a:off x="457200" y="314325"/>
            <a:ext cx="8223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500"/>
              <a:buFont typeface="DM Sans SemiBold"/>
              <a:buNone/>
              <a:defRPr sz="2500">
                <a:solidFill>
                  <a:srgbClr val="171717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3 - Three Column 1">
  <p:cSld name="TITLE_AND_TWO_COLUMNS_2_2">
    <p:bg>
      <p:bgPr>
        <a:solidFill>
          <a:schemeClr val="lt2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4"/>
          <p:cNvSpPr txBox="1"/>
          <p:nvPr>
            <p:ph idx="1" type="body"/>
          </p:nvPr>
        </p:nvSpPr>
        <p:spPr>
          <a:xfrm>
            <a:off x="457200" y="863550"/>
            <a:ext cx="264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4" name="Google Shape;734;p64"/>
          <p:cNvSpPr txBox="1"/>
          <p:nvPr>
            <p:ph idx="2" type="body"/>
          </p:nvPr>
        </p:nvSpPr>
        <p:spPr>
          <a:xfrm>
            <a:off x="3248305" y="863550"/>
            <a:ext cx="264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5" name="Google Shape;735;p64"/>
          <p:cNvSpPr txBox="1"/>
          <p:nvPr>
            <p:ph type="title"/>
          </p:nvPr>
        </p:nvSpPr>
        <p:spPr>
          <a:xfrm>
            <a:off x="457200" y="314325"/>
            <a:ext cx="8223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500"/>
              <a:buFont typeface="DM Sans SemiBold"/>
              <a:buNone/>
              <a:defRPr sz="2500">
                <a:solidFill>
                  <a:srgbClr val="171717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6" name="Google Shape;736;p64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</a:t>
            </a: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2026</a:t>
            </a:r>
            <a:endParaRPr b="0" i="0" sz="700" u="none" cap="none" strike="noStrike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37" name="Google Shape;737;p64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8" name="Google Shape;738;p64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9" name="Google Shape;739;p64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0" name="Google Shape;740;p64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1" name="Google Shape;741;p64"/>
          <p:cNvSpPr txBox="1"/>
          <p:nvPr>
            <p:ph idx="3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2" name="Google Shape;742;p64"/>
          <p:cNvSpPr txBox="1"/>
          <p:nvPr>
            <p:ph idx="4" type="body"/>
          </p:nvPr>
        </p:nvSpPr>
        <p:spPr>
          <a:xfrm>
            <a:off x="6039410" y="863550"/>
            <a:ext cx="264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3 - Three Column 2">
  <p:cSld name="TITLE_AND_TWO_COLUMNS_2_3">
    <p:bg>
      <p:bgPr>
        <a:solidFill>
          <a:schemeClr val="lt2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5"/>
          <p:cNvSpPr txBox="1"/>
          <p:nvPr>
            <p:ph idx="1" type="body"/>
          </p:nvPr>
        </p:nvSpPr>
        <p:spPr>
          <a:xfrm>
            <a:off x="457200" y="863550"/>
            <a:ext cx="264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5" name="Google Shape;745;p65"/>
          <p:cNvSpPr txBox="1"/>
          <p:nvPr>
            <p:ph idx="2" type="body"/>
          </p:nvPr>
        </p:nvSpPr>
        <p:spPr>
          <a:xfrm>
            <a:off x="3248305" y="863550"/>
            <a:ext cx="264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6" name="Google Shape;746;p65"/>
          <p:cNvSpPr txBox="1"/>
          <p:nvPr>
            <p:ph type="title"/>
          </p:nvPr>
        </p:nvSpPr>
        <p:spPr>
          <a:xfrm>
            <a:off x="457200" y="314325"/>
            <a:ext cx="8223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500"/>
              <a:buFont typeface="DM Sans SemiBold"/>
              <a:buNone/>
              <a:defRPr sz="2500">
                <a:solidFill>
                  <a:srgbClr val="171717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7" name="Google Shape;747;p65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</a:t>
            </a: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2026</a:t>
            </a:r>
            <a:endParaRPr b="0" i="0" sz="700" u="none" cap="none" strike="noStrike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48" name="Google Shape;748;p65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9" name="Google Shape;749;p65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p65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1" name="Google Shape;751;p65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2" name="Google Shape;752;p65"/>
          <p:cNvSpPr txBox="1"/>
          <p:nvPr>
            <p:ph idx="3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65"/>
          <p:cNvSpPr txBox="1"/>
          <p:nvPr>
            <p:ph idx="4" type="body"/>
          </p:nvPr>
        </p:nvSpPr>
        <p:spPr>
          <a:xfrm>
            <a:off x="6039410" y="863550"/>
            <a:ext cx="264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3 - Three Column 3">
  <p:cSld name="TITLE_AND_TWO_COLUMNS_2_4">
    <p:bg>
      <p:bgPr>
        <a:solidFill>
          <a:schemeClr val="lt2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6"/>
          <p:cNvSpPr txBox="1"/>
          <p:nvPr>
            <p:ph idx="1" type="body"/>
          </p:nvPr>
        </p:nvSpPr>
        <p:spPr>
          <a:xfrm>
            <a:off x="457200" y="863550"/>
            <a:ext cx="264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6" name="Google Shape;756;p66"/>
          <p:cNvSpPr txBox="1"/>
          <p:nvPr>
            <p:ph idx="2" type="body"/>
          </p:nvPr>
        </p:nvSpPr>
        <p:spPr>
          <a:xfrm>
            <a:off x="3248305" y="863550"/>
            <a:ext cx="264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7" name="Google Shape;757;p66"/>
          <p:cNvSpPr txBox="1"/>
          <p:nvPr>
            <p:ph type="title"/>
          </p:nvPr>
        </p:nvSpPr>
        <p:spPr>
          <a:xfrm>
            <a:off x="457200" y="314325"/>
            <a:ext cx="8223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500"/>
              <a:buFont typeface="DM Sans SemiBold"/>
              <a:buNone/>
              <a:defRPr sz="2500">
                <a:solidFill>
                  <a:srgbClr val="171717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6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</a:t>
            </a: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2026</a:t>
            </a:r>
            <a:endParaRPr b="0" i="0" sz="700" u="none" cap="none" strike="noStrike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59" name="Google Shape;759;p66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0" name="Google Shape;760;p66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1" name="Google Shape;761;p66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2" name="Google Shape;762;p66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3" name="Google Shape;763;p66"/>
          <p:cNvSpPr txBox="1"/>
          <p:nvPr>
            <p:ph idx="3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4" name="Google Shape;764;p66"/>
          <p:cNvSpPr txBox="1"/>
          <p:nvPr>
            <p:ph idx="4" type="body"/>
          </p:nvPr>
        </p:nvSpPr>
        <p:spPr>
          <a:xfrm>
            <a:off x="6039410" y="863550"/>
            <a:ext cx="264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2_2">
  <p:cSld name="BLANK_2_2"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0 - Left Header 2">
  <p:cSld name="CUSTOM_3_3_1_1_1_1_2_5">
    <p:bg>
      <p:bgPr>
        <a:solidFill>
          <a:schemeClr val="lt2"/>
        </a:solidFill>
      </p:bgPr>
    </p:bg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8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</a:t>
            </a: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2026</a:t>
            </a:r>
            <a:endParaRPr b="0" i="0" sz="700" u="none" cap="none" strike="noStrike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69" name="Google Shape;769;p68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0" name="Google Shape;770;p68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1" name="Google Shape;771;p68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2" name="Google Shape;772;p68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3" name="Google Shape;773;p68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4" name="Google Shape;774;p68"/>
          <p:cNvSpPr txBox="1"/>
          <p:nvPr>
            <p:ph idx="2" type="subTitle"/>
          </p:nvPr>
        </p:nvSpPr>
        <p:spPr>
          <a:xfrm>
            <a:off x="457200" y="737100"/>
            <a:ext cx="82236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5" name="Google Shape;775;p68"/>
          <p:cNvSpPr txBox="1"/>
          <p:nvPr>
            <p:ph type="title"/>
          </p:nvPr>
        </p:nvSpPr>
        <p:spPr>
          <a:xfrm>
            <a:off x="457200" y="314325"/>
            <a:ext cx="8223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500"/>
              <a:buFont typeface="DM Sans SemiBold"/>
              <a:buNone/>
              <a:defRPr sz="2500">
                <a:solidFill>
                  <a:srgbClr val="171717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61 - Fancy Divider Light 1">
  <p:cSld name="CUSTOM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9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78" name="Google Shape;778;p69"/>
          <p:cNvPicPr preferRelativeResize="0"/>
          <p:nvPr/>
        </p:nvPicPr>
        <p:blipFill rotWithShape="1">
          <a:blip r:embed="rId3">
            <a:alphaModFix/>
          </a:blip>
          <a:srcRect b="1914" l="0" r="0" t="1914"/>
          <a:stretch/>
        </p:blipFill>
        <p:spPr>
          <a:xfrm>
            <a:off x="311694" y="4831156"/>
            <a:ext cx="602102" cy="170775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9"/>
          <p:cNvSpPr/>
          <p:nvPr/>
        </p:nvSpPr>
        <p:spPr>
          <a:xfrm>
            <a:off x="25" y="4624425"/>
            <a:ext cx="9144000" cy="51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80" name="Google Shape;780;p69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</a:t>
            </a:r>
            <a:r>
              <a:rPr lang="en" sz="700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2026</a:t>
            </a:r>
            <a:endParaRPr b="0" i="0" sz="700" u="none" cap="none" strike="noStrike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781" name="Google Shape;781;p69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0F0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2" name="Google Shape;782;p69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F0F0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3" name="Google Shape;783;p69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4" name="Google Shape;784;p69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text w/Title">
  <p:cSld name="ONE_COLUMN_TEXT_1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70"/>
          <p:cNvSpPr txBox="1"/>
          <p:nvPr>
            <p:ph idx="1" type="body"/>
          </p:nvPr>
        </p:nvSpPr>
        <p:spPr>
          <a:xfrm>
            <a:off x="365760" y="1216152"/>
            <a:ext cx="2469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7" name="Google Shape;787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8" name="Google Shape;788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7035" y="4800636"/>
            <a:ext cx="554025" cy="159874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70"/>
          <p:cNvSpPr txBox="1"/>
          <p:nvPr>
            <p:ph idx="2" type="body"/>
          </p:nvPr>
        </p:nvSpPr>
        <p:spPr>
          <a:xfrm>
            <a:off x="3392424" y="1216152"/>
            <a:ext cx="2469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0" name="Google Shape;790;p70"/>
          <p:cNvSpPr txBox="1"/>
          <p:nvPr>
            <p:ph idx="3" type="body"/>
          </p:nvPr>
        </p:nvSpPr>
        <p:spPr>
          <a:xfrm>
            <a:off x="6419088" y="1216152"/>
            <a:ext cx="2469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1" name="Google Shape;791;p70"/>
          <p:cNvSpPr txBox="1"/>
          <p:nvPr>
            <p:ph type="title"/>
          </p:nvPr>
        </p:nvSpPr>
        <p:spPr>
          <a:xfrm>
            <a:off x="311700" y="310896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2 - Image Dark 1">
  <p:cSld name="TITLE_AND_BODY_1_1_1">
    <p:bg>
      <p:bgPr>
        <a:solidFill>
          <a:srgbClr val="292929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71"/>
          <p:cNvSpPr txBox="1"/>
          <p:nvPr>
            <p:ph idx="1" type="body"/>
          </p:nvPr>
        </p:nvSpPr>
        <p:spPr>
          <a:xfrm>
            <a:off x="457200" y="1063250"/>
            <a:ext cx="38904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4" name="Google Shape;794;p71"/>
          <p:cNvSpPr/>
          <p:nvPr>
            <p:ph idx="2" type="pic"/>
          </p:nvPr>
        </p:nvSpPr>
        <p:spPr>
          <a:xfrm>
            <a:off x="4730589" y="354450"/>
            <a:ext cx="4101600" cy="4105800"/>
          </a:xfrm>
          <a:prstGeom prst="rect">
            <a:avLst/>
          </a:prstGeom>
          <a:solidFill>
            <a:srgbClr val="F8F8F8"/>
          </a:solidFill>
          <a:ln>
            <a:noFill/>
          </a:ln>
        </p:spPr>
      </p:sp>
      <p:sp>
        <p:nvSpPr>
          <p:cNvPr id="795" name="Google Shape;795;p71"/>
          <p:cNvSpPr/>
          <p:nvPr/>
        </p:nvSpPr>
        <p:spPr>
          <a:xfrm>
            <a:off x="0" y="4617775"/>
            <a:ext cx="9144000" cy="5256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96" name="Google Shape;796;p71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7" name="Google Shape;797;p71"/>
          <p:cNvCxnSpPr/>
          <p:nvPr/>
        </p:nvCxnSpPr>
        <p:spPr>
          <a:xfrm rot="10800000">
            <a:off x="8639150" y="4627425"/>
            <a:ext cx="0" cy="5256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8" name="Google Shape;798;p71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9" name="Google Shape;799;p71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rPr>
              <a:t>© Sigma </a:t>
            </a:r>
            <a:r>
              <a:rPr lang="en" sz="700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rPr>
              <a:t>2026</a:t>
            </a:r>
            <a:endParaRPr b="0" i="0" sz="700" u="none" cap="none" strike="noStrike">
              <a:solidFill>
                <a:srgbClr val="D6D6D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0" name="Google Shape;800;p71"/>
          <p:cNvSpPr txBox="1"/>
          <p:nvPr>
            <p:ph idx="3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700"/>
              <a:buNone/>
              <a:defRPr b="1" sz="700">
                <a:solidFill>
                  <a:srgbClr val="D6D6D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9pPr>
          </a:lstStyle>
          <a:p/>
        </p:txBody>
      </p:sp>
      <p:sp>
        <p:nvSpPr>
          <p:cNvPr id="801" name="Google Shape;801;p71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2" name="Google Shape;802;p71"/>
          <p:cNvSpPr txBox="1"/>
          <p:nvPr>
            <p:ph type="title"/>
          </p:nvPr>
        </p:nvSpPr>
        <p:spPr>
          <a:xfrm>
            <a:off x="457200" y="314325"/>
            <a:ext cx="3890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 SemiBold"/>
              <a:buNone/>
              <a:defRPr sz="25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2">
  <p:cSld name="BLANK_2"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72"/>
          <p:cNvSpPr txBox="1"/>
          <p:nvPr>
            <p:ph idx="12" type="sldNum"/>
          </p:nvPr>
        </p:nvSpPr>
        <p:spPr>
          <a:xfrm>
            <a:off x="8472458" y="472769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2"/>
                </a:solidFill>
              </a:defRPr>
            </a:lvl1pPr>
            <a:lvl2pPr lvl="1" algn="r">
              <a:buNone/>
              <a:defRPr sz="800">
                <a:solidFill>
                  <a:schemeClr val="dk2"/>
                </a:solidFill>
              </a:defRPr>
            </a:lvl2pPr>
            <a:lvl3pPr lvl="2" algn="r">
              <a:buNone/>
              <a:defRPr sz="800">
                <a:solidFill>
                  <a:schemeClr val="dk2"/>
                </a:solidFill>
              </a:defRPr>
            </a:lvl3pPr>
            <a:lvl4pPr lvl="3" algn="r">
              <a:buNone/>
              <a:defRPr sz="800">
                <a:solidFill>
                  <a:schemeClr val="dk2"/>
                </a:solidFill>
              </a:defRPr>
            </a:lvl4pPr>
            <a:lvl5pPr lvl="4" algn="r">
              <a:buNone/>
              <a:defRPr sz="800">
                <a:solidFill>
                  <a:schemeClr val="dk2"/>
                </a:solidFill>
              </a:defRPr>
            </a:lvl5pPr>
            <a:lvl6pPr lvl="5" algn="r">
              <a:buNone/>
              <a:defRPr sz="800">
                <a:solidFill>
                  <a:schemeClr val="dk2"/>
                </a:solidFill>
              </a:defRPr>
            </a:lvl6pPr>
            <a:lvl7pPr lvl="6" algn="r">
              <a:buNone/>
              <a:defRPr sz="800">
                <a:solidFill>
                  <a:schemeClr val="dk2"/>
                </a:solidFill>
              </a:defRPr>
            </a:lvl7pPr>
            <a:lvl8pPr lvl="7" algn="r">
              <a:buNone/>
              <a:defRPr sz="800">
                <a:solidFill>
                  <a:schemeClr val="dk2"/>
                </a:solidFill>
              </a:defRPr>
            </a:lvl8pPr>
            <a:lvl9pPr lvl="8" algn="r">
              <a:buNone/>
              <a:defRPr sz="8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5" name="Google Shape;805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7500" y="4850310"/>
            <a:ext cx="548700" cy="158339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72"/>
          <p:cNvSpPr/>
          <p:nvPr/>
        </p:nvSpPr>
        <p:spPr>
          <a:xfrm>
            <a:off x="966000" y="4802275"/>
            <a:ext cx="24006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©2026 Sigma Computing | Confidential</a:t>
            </a:r>
            <a:endParaRPr sz="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3"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7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9" name="Google Shape;809;p7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0" name="Google Shape;810;p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2">
    <p:bg>
      <p:bgPr>
        <a:solidFill>
          <a:srgbClr val="292929"/>
        </a:solidFill>
      </p:bgPr>
    </p:bg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4"/>
          <p:cNvSpPr txBox="1"/>
          <p:nvPr>
            <p:ph type="ctrTitle"/>
          </p:nvPr>
        </p:nvSpPr>
        <p:spPr>
          <a:xfrm>
            <a:off x="311704" y="1691650"/>
            <a:ext cx="4254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3" name="Google Shape;813;p74"/>
          <p:cNvSpPr txBox="1"/>
          <p:nvPr>
            <p:ph idx="1" type="subTitle"/>
          </p:nvPr>
        </p:nvSpPr>
        <p:spPr>
          <a:xfrm>
            <a:off x="311700" y="379476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DM Mono"/>
              <a:buNone/>
              <a:defRPr sz="1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DM Mono"/>
              <a:buNone/>
              <a:defRPr sz="1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DM Mono"/>
              <a:buNone/>
              <a:defRPr sz="1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DM Mono"/>
              <a:buNone/>
              <a:defRPr sz="1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DM Mono"/>
              <a:buNone/>
              <a:defRPr sz="1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DM Mono"/>
              <a:buNone/>
              <a:defRPr sz="1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DM Mono"/>
              <a:buNone/>
              <a:defRPr sz="1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DM Mono"/>
              <a:buNone/>
              <a:defRPr sz="1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DM Mono"/>
              <a:buNone/>
              <a:defRPr sz="1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9pPr>
          </a:lstStyle>
          <a:p/>
        </p:txBody>
      </p:sp>
      <p:pic>
        <p:nvPicPr>
          <p:cNvPr id="814" name="Google Shape;814;p74"/>
          <p:cNvPicPr preferRelativeResize="0"/>
          <p:nvPr/>
        </p:nvPicPr>
        <p:blipFill rotWithShape="1">
          <a:blip r:embed="rId2">
            <a:alphaModFix/>
          </a:blip>
          <a:srcRect b="4538" l="900" r="14232" t="4710"/>
          <a:stretch/>
        </p:blipFill>
        <p:spPr>
          <a:xfrm>
            <a:off x="3547625" y="0"/>
            <a:ext cx="5596375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74"/>
          <p:cNvPicPr preferRelativeResize="0"/>
          <p:nvPr/>
        </p:nvPicPr>
        <p:blipFill rotWithShape="1">
          <a:blip r:embed="rId3">
            <a:alphaModFix/>
          </a:blip>
          <a:srcRect b="1914" l="0" r="0" t="1914"/>
          <a:stretch/>
        </p:blipFill>
        <p:spPr>
          <a:xfrm>
            <a:off x="311694" y="4681156"/>
            <a:ext cx="602102" cy="17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1 - Title and Body 1">
  <p:cSld name="TITLE_AND_BODY_2_2">
    <p:bg>
      <p:bgPr>
        <a:solidFill>
          <a:schemeClr val="lt2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75"/>
          <p:cNvSpPr txBox="1"/>
          <p:nvPr>
            <p:ph idx="1" type="body"/>
          </p:nvPr>
        </p:nvSpPr>
        <p:spPr>
          <a:xfrm>
            <a:off x="457200" y="863550"/>
            <a:ext cx="8223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8" name="Google Shape;818;p75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rPr>
              <a:t>© Sigma 2025</a:t>
            </a:r>
            <a:endParaRPr b="0" i="0" sz="700" u="none" cap="none" strike="noStrike">
              <a:solidFill>
                <a:srgbClr val="1717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19" name="Google Shape;819;p75"/>
          <p:cNvPicPr preferRelativeResize="0"/>
          <p:nvPr/>
        </p:nvPicPr>
        <p:blipFill rotWithShape="1">
          <a:blip r:embed="rId2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0" name="Google Shape;820;p75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1" name="Google Shape;821;p75"/>
          <p:cNvCxnSpPr/>
          <p:nvPr/>
        </p:nvCxnSpPr>
        <p:spPr>
          <a:xfrm rot="10800000">
            <a:off x="8639150" y="4627350"/>
            <a:ext cx="0" cy="51840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2" name="Google Shape;822;p75"/>
          <p:cNvSpPr txBox="1"/>
          <p:nvPr>
            <p:ph idx="2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00"/>
              <a:buNone/>
              <a:defRPr b="1" sz="700">
                <a:solidFill>
                  <a:srgbClr val="17171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3" name="Google Shape;823;p75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171717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4" name="Google Shape;824;p75"/>
          <p:cNvSpPr txBox="1"/>
          <p:nvPr>
            <p:ph type="title"/>
          </p:nvPr>
        </p:nvSpPr>
        <p:spPr>
          <a:xfrm>
            <a:off x="457200" y="314325"/>
            <a:ext cx="8223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500"/>
              <a:buFont typeface="DM Sans SemiBold"/>
              <a:buNone/>
              <a:defRPr sz="2500">
                <a:solidFill>
                  <a:srgbClr val="171717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93 - Dark Divider Teal">
  <p:cSld name="SECTION_HEADER_2_1_1_1_1_1">
    <p:bg>
      <p:bgPr>
        <a:solidFill>
          <a:srgbClr val="292929"/>
        </a:solidFill>
      </p:bgPr>
    </p:bg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76"/>
          <p:cNvSpPr txBox="1"/>
          <p:nvPr>
            <p:ph type="title"/>
          </p:nvPr>
        </p:nvSpPr>
        <p:spPr>
          <a:xfrm>
            <a:off x="311700" y="2150850"/>
            <a:ext cx="3795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27" name="Google Shape;827;p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62400" y="-14250"/>
            <a:ext cx="5174943" cy="51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76"/>
          <p:cNvSpPr/>
          <p:nvPr/>
        </p:nvSpPr>
        <p:spPr>
          <a:xfrm>
            <a:off x="0" y="4617775"/>
            <a:ext cx="9144000" cy="5256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29" name="Google Shape;829;p76"/>
          <p:cNvPicPr preferRelativeResize="0"/>
          <p:nvPr/>
        </p:nvPicPr>
        <p:blipFill rotWithShape="1">
          <a:blip r:embed="rId3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0" name="Google Shape;830;p76"/>
          <p:cNvCxnSpPr/>
          <p:nvPr/>
        </p:nvCxnSpPr>
        <p:spPr>
          <a:xfrm rot="10800000">
            <a:off x="8639150" y="4627425"/>
            <a:ext cx="0" cy="5256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p76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2" name="Google Shape;832;p76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rPr>
              <a:t>© Sigma 2025</a:t>
            </a:r>
            <a:endParaRPr sz="700">
              <a:solidFill>
                <a:srgbClr val="D6D6D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3" name="Google Shape;833;p76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700"/>
              <a:buNone/>
              <a:defRPr b="1" sz="700">
                <a:solidFill>
                  <a:srgbClr val="D6D6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9pPr>
          </a:lstStyle>
          <a:p/>
        </p:txBody>
      </p:sp>
      <p:sp>
        <p:nvSpPr>
          <p:cNvPr id="834" name="Google Shape;834;p76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D6D6D6"/>
                </a:solidFill>
              </a:defRPr>
            </a:lvl1pPr>
            <a:lvl2pPr lvl="1">
              <a:buNone/>
              <a:defRPr sz="700">
                <a:solidFill>
                  <a:srgbClr val="D6D6D6"/>
                </a:solidFill>
              </a:defRPr>
            </a:lvl2pPr>
            <a:lvl3pPr lvl="2">
              <a:buNone/>
              <a:defRPr sz="700">
                <a:solidFill>
                  <a:srgbClr val="D6D6D6"/>
                </a:solidFill>
              </a:defRPr>
            </a:lvl3pPr>
            <a:lvl4pPr lvl="3">
              <a:buNone/>
              <a:defRPr sz="700">
                <a:solidFill>
                  <a:srgbClr val="D6D6D6"/>
                </a:solidFill>
              </a:defRPr>
            </a:lvl4pPr>
            <a:lvl5pPr lvl="4">
              <a:buNone/>
              <a:defRPr sz="700">
                <a:solidFill>
                  <a:srgbClr val="D6D6D6"/>
                </a:solidFill>
              </a:defRPr>
            </a:lvl5pPr>
            <a:lvl6pPr lvl="5">
              <a:buNone/>
              <a:defRPr sz="700">
                <a:solidFill>
                  <a:srgbClr val="D6D6D6"/>
                </a:solidFill>
              </a:defRPr>
            </a:lvl6pPr>
            <a:lvl7pPr lvl="6">
              <a:buNone/>
              <a:defRPr sz="700">
                <a:solidFill>
                  <a:srgbClr val="D6D6D6"/>
                </a:solidFill>
              </a:defRPr>
            </a:lvl7pPr>
            <a:lvl8pPr lvl="7">
              <a:buNone/>
              <a:defRPr sz="700">
                <a:solidFill>
                  <a:srgbClr val="D6D6D6"/>
                </a:solidFill>
              </a:defRPr>
            </a:lvl8pPr>
            <a:lvl9pPr lvl="8">
              <a:buNone/>
              <a:defRPr sz="700">
                <a:solidFill>
                  <a:srgbClr val="D6D6D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Dark)">
  <p:cSld name="CUSTOM_1_1_1_1_1_1_2_1_1_1_1_1">
    <p:bg>
      <p:bgPr>
        <a:solidFill>
          <a:srgbClr val="1A70F1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bg>
      <p:bgPr>
        <a:solidFill>
          <a:schemeClr val="lt2"/>
        </a:solidFill>
      </p:bgPr>
    </p:bg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8"/>
          <p:cNvSpPr txBox="1"/>
          <p:nvPr>
            <p:ph type="title"/>
          </p:nvPr>
        </p:nvSpPr>
        <p:spPr>
          <a:xfrm>
            <a:off x="311700" y="200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8" name="Google Shape;838;p78"/>
          <p:cNvSpPr txBox="1"/>
          <p:nvPr>
            <p:ph idx="1" type="body"/>
          </p:nvPr>
        </p:nvSpPr>
        <p:spPr>
          <a:xfrm>
            <a:off x="311700" y="1152475"/>
            <a:ext cx="403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9pPr>
          </a:lstStyle>
          <a:p/>
        </p:txBody>
      </p:sp>
      <p:cxnSp>
        <p:nvCxnSpPr>
          <p:cNvPr id="839" name="Google Shape;839;p78"/>
          <p:cNvCxnSpPr/>
          <p:nvPr/>
        </p:nvCxnSpPr>
        <p:spPr>
          <a:xfrm>
            <a:off x="127000" y="4683865"/>
            <a:ext cx="8826600" cy="0"/>
          </a:xfrm>
          <a:prstGeom prst="straightConnector1">
            <a:avLst/>
          </a:prstGeom>
          <a:noFill/>
          <a:ln cap="flat" cmpd="sng" w="9525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40" name="Google Shape;840;p78" title="logo_vertical.png"/>
          <p:cNvPicPr preferRelativeResize="0"/>
          <p:nvPr/>
        </p:nvPicPr>
        <p:blipFill rotWithShape="1">
          <a:blip r:embed="rId2">
            <a:alphaModFix/>
          </a:blip>
          <a:srcRect b="0" l="28937" r="0" t="0"/>
          <a:stretch/>
        </p:blipFill>
        <p:spPr>
          <a:xfrm>
            <a:off x="106329" y="4806269"/>
            <a:ext cx="623231" cy="22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 imgs grid + body">
  <p:cSld name="8 imgs grid + body"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9"/>
          <p:cNvSpPr/>
          <p:nvPr>
            <p:ph idx="2" type="pic"/>
          </p:nvPr>
        </p:nvSpPr>
        <p:spPr>
          <a:xfrm>
            <a:off x="201365" y="187708"/>
            <a:ext cx="2107500" cy="1505100"/>
          </a:xfrm>
          <a:prstGeom prst="roundRect">
            <a:avLst>
              <a:gd fmla="val 6731" name="adj"/>
            </a:avLst>
          </a:prstGeom>
          <a:noFill/>
          <a:ln>
            <a:noFill/>
          </a:ln>
        </p:spPr>
      </p:sp>
      <p:sp>
        <p:nvSpPr>
          <p:cNvPr id="843" name="Google Shape;843;p79"/>
          <p:cNvSpPr txBox="1"/>
          <p:nvPr>
            <p:ph idx="1" type="body"/>
          </p:nvPr>
        </p:nvSpPr>
        <p:spPr>
          <a:xfrm>
            <a:off x="210187" y="1824138"/>
            <a:ext cx="20976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"/>
              <a:buNone/>
              <a:defRPr sz="400"/>
            </a:lvl9pPr>
          </a:lstStyle>
          <a:p/>
        </p:txBody>
      </p:sp>
      <p:sp>
        <p:nvSpPr>
          <p:cNvPr id="844" name="Google Shape;844;p79"/>
          <p:cNvSpPr txBox="1"/>
          <p:nvPr>
            <p:ph idx="3" type="body"/>
          </p:nvPr>
        </p:nvSpPr>
        <p:spPr>
          <a:xfrm>
            <a:off x="2420801" y="1824138"/>
            <a:ext cx="20976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"/>
              <a:buNone/>
              <a:defRPr sz="400"/>
            </a:lvl9pPr>
          </a:lstStyle>
          <a:p/>
        </p:txBody>
      </p:sp>
      <p:sp>
        <p:nvSpPr>
          <p:cNvPr id="845" name="Google Shape;845;p79"/>
          <p:cNvSpPr txBox="1"/>
          <p:nvPr>
            <p:ph idx="4" type="body"/>
          </p:nvPr>
        </p:nvSpPr>
        <p:spPr>
          <a:xfrm>
            <a:off x="4631414" y="1824138"/>
            <a:ext cx="20976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"/>
              <a:buNone/>
              <a:defRPr sz="400"/>
            </a:lvl9pPr>
          </a:lstStyle>
          <a:p/>
        </p:txBody>
      </p:sp>
      <p:sp>
        <p:nvSpPr>
          <p:cNvPr id="846" name="Google Shape;846;p79"/>
          <p:cNvSpPr txBox="1"/>
          <p:nvPr>
            <p:ph idx="5" type="body"/>
          </p:nvPr>
        </p:nvSpPr>
        <p:spPr>
          <a:xfrm>
            <a:off x="6842028" y="1824138"/>
            <a:ext cx="20976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"/>
              <a:buNone/>
              <a:defRPr sz="400"/>
            </a:lvl9pPr>
          </a:lstStyle>
          <a:p/>
        </p:txBody>
      </p:sp>
      <p:sp>
        <p:nvSpPr>
          <p:cNvPr id="847" name="Google Shape;847;p79"/>
          <p:cNvSpPr txBox="1"/>
          <p:nvPr>
            <p:ph idx="6" type="body"/>
          </p:nvPr>
        </p:nvSpPr>
        <p:spPr>
          <a:xfrm>
            <a:off x="210187" y="4266887"/>
            <a:ext cx="20976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"/>
              <a:buNone/>
              <a:defRPr sz="400"/>
            </a:lvl9pPr>
          </a:lstStyle>
          <a:p/>
        </p:txBody>
      </p:sp>
      <p:sp>
        <p:nvSpPr>
          <p:cNvPr id="848" name="Google Shape;848;p79"/>
          <p:cNvSpPr txBox="1"/>
          <p:nvPr>
            <p:ph idx="7" type="body"/>
          </p:nvPr>
        </p:nvSpPr>
        <p:spPr>
          <a:xfrm>
            <a:off x="2420801" y="4266887"/>
            <a:ext cx="20976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"/>
              <a:buNone/>
              <a:defRPr sz="400"/>
            </a:lvl9pPr>
          </a:lstStyle>
          <a:p/>
        </p:txBody>
      </p:sp>
      <p:sp>
        <p:nvSpPr>
          <p:cNvPr id="849" name="Google Shape;849;p79"/>
          <p:cNvSpPr txBox="1"/>
          <p:nvPr>
            <p:ph idx="8" type="body"/>
          </p:nvPr>
        </p:nvSpPr>
        <p:spPr>
          <a:xfrm>
            <a:off x="4631414" y="4266887"/>
            <a:ext cx="20976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"/>
              <a:buNone/>
              <a:defRPr sz="400"/>
            </a:lvl9pPr>
          </a:lstStyle>
          <a:p/>
        </p:txBody>
      </p:sp>
      <p:sp>
        <p:nvSpPr>
          <p:cNvPr id="850" name="Google Shape;850;p79"/>
          <p:cNvSpPr txBox="1"/>
          <p:nvPr>
            <p:ph idx="9" type="body"/>
          </p:nvPr>
        </p:nvSpPr>
        <p:spPr>
          <a:xfrm>
            <a:off x="6842028" y="4266887"/>
            <a:ext cx="20976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"/>
              <a:buNone/>
              <a:defRPr sz="400"/>
            </a:lvl9pPr>
          </a:lstStyle>
          <a:p/>
        </p:txBody>
      </p:sp>
      <p:sp>
        <p:nvSpPr>
          <p:cNvPr id="851" name="Google Shape;851;p79"/>
          <p:cNvSpPr/>
          <p:nvPr>
            <p:ph idx="13" type="pic"/>
          </p:nvPr>
        </p:nvSpPr>
        <p:spPr>
          <a:xfrm>
            <a:off x="2412665" y="187708"/>
            <a:ext cx="2107500" cy="1505100"/>
          </a:xfrm>
          <a:prstGeom prst="roundRect">
            <a:avLst>
              <a:gd fmla="val 6731" name="adj"/>
            </a:avLst>
          </a:prstGeom>
          <a:noFill/>
          <a:ln>
            <a:noFill/>
          </a:ln>
        </p:spPr>
      </p:sp>
      <p:sp>
        <p:nvSpPr>
          <p:cNvPr id="852" name="Google Shape;852;p79"/>
          <p:cNvSpPr/>
          <p:nvPr>
            <p:ph idx="14" type="pic"/>
          </p:nvPr>
        </p:nvSpPr>
        <p:spPr>
          <a:xfrm>
            <a:off x="4623965" y="187708"/>
            <a:ext cx="2107500" cy="1505100"/>
          </a:xfrm>
          <a:prstGeom prst="roundRect">
            <a:avLst>
              <a:gd fmla="val 6731" name="adj"/>
            </a:avLst>
          </a:prstGeom>
          <a:noFill/>
          <a:ln>
            <a:noFill/>
          </a:ln>
        </p:spPr>
      </p:sp>
      <p:sp>
        <p:nvSpPr>
          <p:cNvPr id="853" name="Google Shape;853;p79"/>
          <p:cNvSpPr/>
          <p:nvPr>
            <p:ph idx="15" type="pic"/>
          </p:nvPr>
        </p:nvSpPr>
        <p:spPr>
          <a:xfrm>
            <a:off x="6835266" y="187708"/>
            <a:ext cx="2107500" cy="1505100"/>
          </a:xfrm>
          <a:prstGeom prst="roundRect">
            <a:avLst>
              <a:gd fmla="val 6731" name="adj"/>
            </a:avLst>
          </a:prstGeom>
          <a:noFill/>
          <a:ln>
            <a:noFill/>
          </a:ln>
        </p:spPr>
      </p:sp>
      <p:sp>
        <p:nvSpPr>
          <p:cNvPr id="854" name="Google Shape;854;p79"/>
          <p:cNvSpPr/>
          <p:nvPr>
            <p:ph idx="16" type="pic"/>
          </p:nvPr>
        </p:nvSpPr>
        <p:spPr>
          <a:xfrm>
            <a:off x="201365" y="2631348"/>
            <a:ext cx="2107500" cy="1505100"/>
          </a:xfrm>
          <a:prstGeom prst="roundRect">
            <a:avLst>
              <a:gd fmla="val 6731" name="adj"/>
            </a:avLst>
          </a:prstGeom>
          <a:noFill/>
          <a:ln>
            <a:noFill/>
          </a:ln>
        </p:spPr>
      </p:sp>
      <p:sp>
        <p:nvSpPr>
          <p:cNvPr id="855" name="Google Shape;855;p79"/>
          <p:cNvSpPr/>
          <p:nvPr>
            <p:ph idx="17" type="pic"/>
          </p:nvPr>
        </p:nvSpPr>
        <p:spPr>
          <a:xfrm>
            <a:off x="2412665" y="2631348"/>
            <a:ext cx="2107500" cy="1505100"/>
          </a:xfrm>
          <a:prstGeom prst="roundRect">
            <a:avLst>
              <a:gd fmla="val 6731" name="adj"/>
            </a:avLst>
          </a:prstGeom>
          <a:noFill/>
          <a:ln>
            <a:noFill/>
          </a:ln>
        </p:spPr>
      </p:sp>
      <p:sp>
        <p:nvSpPr>
          <p:cNvPr id="856" name="Google Shape;856;p79"/>
          <p:cNvSpPr/>
          <p:nvPr>
            <p:ph idx="18" type="pic"/>
          </p:nvPr>
        </p:nvSpPr>
        <p:spPr>
          <a:xfrm>
            <a:off x="4623965" y="2631348"/>
            <a:ext cx="2107500" cy="1505100"/>
          </a:xfrm>
          <a:prstGeom prst="roundRect">
            <a:avLst>
              <a:gd fmla="val 6731" name="adj"/>
            </a:avLst>
          </a:prstGeom>
          <a:noFill/>
          <a:ln>
            <a:noFill/>
          </a:ln>
        </p:spPr>
      </p:sp>
      <p:sp>
        <p:nvSpPr>
          <p:cNvPr id="857" name="Google Shape;857;p79"/>
          <p:cNvSpPr/>
          <p:nvPr>
            <p:ph idx="19" type="pic"/>
          </p:nvPr>
        </p:nvSpPr>
        <p:spPr>
          <a:xfrm>
            <a:off x="6835266" y="2631348"/>
            <a:ext cx="2107500" cy="1505100"/>
          </a:xfrm>
          <a:prstGeom prst="roundRect">
            <a:avLst>
              <a:gd fmla="val 673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4">
    <p:bg>
      <p:bgPr>
        <a:solidFill>
          <a:schemeClr val="lt2"/>
        </a:solidFill>
      </p:bgPr>
    </p:bg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5">
    <p:bg>
      <p:bgPr>
        <a:solidFill>
          <a:schemeClr val="lt2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>
  <p:cSld name="BLANK_6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8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2" name="Google Shape;862;p8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3" name="Google Shape;863;p8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94 - Dark Divider Yellow">
  <p:cSld name="SECTION_HEADER_2_1_1_1_1_1_1">
    <p:bg>
      <p:bgPr>
        <a:solidFill>
          <a:srgbClr val="292929"/>
        </a:solidFill>
      </p:bgPr>
    </p:bg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83"/>
          <p:cNvSpPr txBox="1"/>
          <p:nvPr>
            <p:ph type="title"/>
          </p:nvPr>
        </p:nvSpPr>
        <p:spPr>
          <a:xfrm>
            <a:off x="311700" y="2150850"/>
            <a:ext cx="3795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866" name="Google Shape;866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3981450" y="0"/>
            <a:ext cx="5162550" cy="5162550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83"/>
          <p:cNvSpPr/>
          <p:nvPr/>
        </p:nvSpPr>
        <p:spPr>
          <a:xfrm>
            <a:off x="0" y="4617775"/>
            <a:ext cx="9144000" cy="5256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68" name="Google Shape;868;p83"/>
          <p:cNvPicPr preferRelativeResize="0"/>
          <p:nvPr/>
        </p:nvPicPr>
        <p:blipFill rotWithShape="1">
          <a:blip r:embed="rId3">
            <a:alphaModFix/>
          </a:blip>
          <a:srcRect b="1914" l="0" r="0" t="1914"/>
          <a:stretch/>
        </p:blipFill>
        <p:spPr>
          <a:xfrm>
            <a:off x="480000" y="4804838"/>
            <a:ext cx="602102" cy="17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9" name="Google Shape;869;p83"/>
          <p:cNvCxnSpPr/>
          <p:nvPr/>
        </p:nvCxnSpPr>
        <p:spPr>
          <a:xfrm rot="10800000">
            <a:off x="8639150" y="4627425"/>
            <a:ext cx="0" cy="5256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0" name="Google Shape;870;p83"/>
          <p:cNvCxnSpPr/>
          <p:nvPr/>
        </p:nvCxnSpPr>
        <p:spPr>
          <a:xfrm>
            <a:off x="0" y="463038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1" name="Google Shape;871;p83"/>
          <p:cNvSpPr txBox="1"/>
          <p:nvPr/>
        </p:nvSpPr>
        <p:spPr>
          <a:xfrm>
            <a:off x="5478058" y="4892261"/>
            <a:ext cx="299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D6D6D6"/>
                </a:solidFill>
                <a:latin typeface="DM Sans"/>
                <a:ea typeface="DM Sans"/>
                <a:cs typeface="DM Sans"/>
                <a:sym typeface="DM Sans"/>
              </a:rPr>
              <a:t>© Sigma 2025</a:t>
            </a:r>
            <a:endParaRPr sz="700">
              <a:solidFill>
                <a:srgbClr val="D6D6D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2" name="Google Shape;872;p83"/>
          <p:cNvSpPr txBox="1"/>
          <p:nvPr>
            <p:ph idx="1" type="subTitle"/>
          </p:nvPr>
        </p:nvSpPr>
        <p:spPr>
          <a:xfrm>
            <a:off x="5533850" y="4760925"/>
            <a:ext cx="29436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700"/>
              <a:buNone/>
              <a:defRPr b="1" sz="700">
                <a:solidFill>
                  <a:srgbClr val="D6D6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400"/>
              <a:buNone/>
              <a:defRPr>
                <a:solidFill>
                  <a:srgbClr val="D6D6D6"/>
                </a:solidFill>
              </a:defRPr>
            </a:lvl9pPr>
          </a:lstStyle>
          <a:p/>
        </p:txBody>
      </p:sp>
      <p:sp>
        <p:nvSpPr>
          <p:cNvPr id="873" name="Google Shape;873;p83"/>
          <p:cNvSpPr txBox="1"/>
          <p:nvPr>
            <p:ph idx="12" type="sldNum"/>
          </p:nvPr>
        </p:nvSpPr>
        <p:spPr>
          <a:xfrm>
            <a:off x="8738425" y="4892250"/>
            <a:ext cx="2742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700">
                <a:solidFill>
                  <a:srgbClr val="D6D6D6"/>
                </a:solidFill>
              </a:defRPr>
            </a:lvl1pPr>
            <a:lvl2pPr lvl="1">
              <a:buNone/>
              <a:defRPr sz="700">
                <a:solidFill>
                  <a:srgbClr val="D6D6D6"/>
                </a:solidFill>
              </a:defRPr>
            </a:lvl2pPr>
            <a:lvl3pPr lvl="2">
              <a:buNone/>
              <a:defRPr sz="700">
                <a:solidFill>
                  <a:srgbClr val="D6D6D6"/>
                </a:solidFill>
              </a:defRPr>
            </a:lvl3pPr>
            <a:lvl4pPr lvl="3">
              <a:buNone/>
              <a:defRPr sz="700">
                <a:solidFill>
                  <a:srgbClr val="D6D6D6"/>
                </a:solidFill>
              </a:defRPr>
            </a:lvl4pPr>
            <a:lvl5pPr lvl="4">
              <a:buNone/>
              <a:defRPr sz="700">
                <a:solidFill>
                  <a:srgbClr val="D6D6D6"/>
                </a:solidFill>
              </a:defRPr>
            </a:lvl5pPr>
            <a:lvl6pPr lvl="5">
              <a:buNone/>
              <a:defRPr sz="700">
                <a:solidFill>
                  <a:srgbClr val="D6D6D6"/>
                </a:solidFill>
              </a:defRPr>
            </a:lvl6pPr>
            <a:lvl7pPr lvl="6">
              <a:buNone/>
              <a:defRPr sz="700">
                <a:solidFill>
                  <a:srgbClr val="D6D6D6"/>
                </a:solidFill>
              </a:defRPr>
            </a:lvl7pPr>
            <a:lvl8pPr lvl="7">
              <a:buNone/>
              <a:defRPr sz="700">
                <a:solidFill>
                  <a:srgbClr val="D6D6D6"/>
                </a:solidFill>
              </a:defRPr>
            </a:lvl8pPr>
            <a:lvl9pPr lvl="8">
              <a:buNone/>
              <a:defRPr sz="700">
                <a:solidFill>
                  <a:srgbClr val="D6D6D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72" Type="http://schemas.openxmlformats.org/officeDocument/2006/relationships/theme" Target="../theme/theme2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71" Type="http://schemas.openxmlformats.org/officeDocument/2006/relationships/slideLayout" Target="../slideLayouts/slideLayout82.xml"/><Relationship Id="rId70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62" Type="http://schemas.openxmlformats.org/officeDocument/2006/relationships/slideLayout" Target="../slideLayouts/slideLayout73.xml"/><Relationship Id="rId61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31.xml"/><Relationship Id="rId64" Type="http://schemas.openxmlformats.org/officeDocument/2006/relationships/slideLayout" Target="../slideLayouts/slideLayout75.xml"/><Relationship Id="rId63" Type="http://schemas.openxmlformats.org/officeDocument/2006/relationships/slideLayout" Target="../slideLayouts/slideLayout74.xml"/><Relationship Id="rId22" Type="http://schemas.openxmlformats.org/officeDocument/2006/relationships/slideLayout" Target="../slideLayouts/slideLayout33.xml"/><Relationship Id="rId66" Type="http://schemas.openxmlformats.org/officeDocument/2006/relationships/slideLayout" Target="../slideLayouts/slideLayout77.xml"/><Relationship Id="rId21" Type="http://schemas.openxmlformats.org/officeDocument/2006/relationships/slideLayout" Target="../slideLayouts/slideLayout32.xml"/><Relationship Id="rId65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35.xml"/><Relationship Id="rId68" Type="http://schemas.openxmlformats.org/officeDocument/2006/relationships/slideLayout" Target="../slideLayouts/slideLayout79.xml"/><Relationship Id="rId23" Type="http://schemas.openxmlformats.org/officeDocument/2006/relationships/slideLayout" Target="../slideLayouts/slideLayout34.xml"/><Relationship Id="rId67" Type="http://schemas.openxmlformats.org/officeDocument/2006/relationships/slideLayout" Target="../slideLayouts/slideLayout78.xml"/><Relationship Id="rId60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69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5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21.xml"/><Relationship Id="rId54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24.xml"/><Relationship Id="rId5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23.xml"/><Relationship Id="rId56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26.xml"/><Relationship Id="rId5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25.xml"/><Relationship Id="rId58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200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Instrument Serif"/>
              <a:buNone/>
              <a:defRPr sz="30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nstrument Serif"/>
              <a:buNone/>
              <a:defRPr sz="3000"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nstrument Serif"/>
              <a:buNone/>
              <a:defRPr sz="3000"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nstrument Serif"/>
              <a:buNone/>
              <a:defRPr sz="3000"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nstrument Serif"/>
              <a:buNone/>
              <a:defRPr sz="3000"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nstrument Serif"/>
              <a:buNone/>
              <a:defRPr sz="3000"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nstrument Serif"/>
              <a:buNone/>
              <a:defRPr sz="3000"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nstrument Serif"/>
              <a:buNone/>
              <a:defRPr sz="3000"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nstrument Serif"/>
              <a:buNone/>
              <a:defRPr sz="3000"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ans"/>
              <a:buChar char="●"/>
              <a:defRPr sz="1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  <p:sldLayoutId id="2147483713" r:id="rId55"/>
    <p:sldLayoutId id="2147483714" r:id="rId56"/>
    <p:sldLayoutId id="2147483715" r:id="rId57"/>
    <p:sldLayoutId id="2147483716" r:id="rId58"/>
    <p:sldLayoutId id="2147483717" r:id="rId59"/>
    <p:sldLayoutId id="2147483718" r:id="rId60"/>
    <p:sldLayoutId id="2147483719" r:id="rId61"/>
    <p:sldLayoutId id="2147483720" r:id="rId62"/>
    <p:sldLayoutId id="2147483721" r:id="rId63"/>
    <p:sldLayoutId id="2147483722" r:id="rId64"/>
    <p:sldLayoutId id="2147483723" r:id="rId65"/>
    <p:sldLayoutId id="2147483724" r:id="rId66"/>
    <p:sldLayoutId id="2147483725" r:id="rId67"/>
    <p:sldLayoutId id="2147483726" r:id="rId68"/>
    <p:sldLayoutId id="2147483727" r:id="rId69"/>
    <p:sldLayoutId id="2147483728" r:id="rId70"/>
    <p:sldLayoutId id="2147483729" r:id="rId7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  <a:effectLst/>
      </p:bgPr>
    </p:bg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85"/>
          <p:cNvSpPr txBox="1"/>
          <p:nvPr>
            <p:ph type="title"/>
          </p:nvPr>
        </p:nvSpPr>
        <p:spPr>
          <a:xfrm>
            <a:off x="311725" y="58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1111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Example Sigma Apps in Insurance</a:t>
            </a:r>
            <a:endParaRPr/>
          </a:p>
        </p:txBody>
      </p:sp>
      <p:sp>
        <p:nvSpPr>
          <p:cNvPr id="880" name="Google Shape;880;p85"/>
          <p:cNvSpPr/>
          <p:nvPr/>
        </p:nvSpPr>
        <p:spPr>
          <a:xfrm>
            <a:off x="313200" y="675175"/>
            <a:ext cx="1659600" cy="19071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099999" dist="952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85"/>
          <p:cNvSpPr/>
          <p:nvPr/>
        </p:nvSpPr>
        <p:spPr>
          <a:xfrm>
            <a:off x="313200" y="675175"/>
            <a:ext cx="30900" cy="1907100"/>
          </a:xfrm>
          <a:prstGeom prst="rect">
            <a:avLst/>
          </a:prstGeom>
          <a:solidFill>
            <a:srgbClr val="1A70F1"/>
          </a:solidFill>
          <a:ln cap="flat" cmpd="sng" w="9525">
            <a:solidFill>
              <a:srgbClr val="1A70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85"/>
          <p:cNvSpPr/>
          <p:nvPr/>
        </p:nvSpPr>
        <p:spPr>
          <a:xfrm>
            <a:off x="381781" y="743755"/>
            <a:ext cx="493800" cy="137400"/>
          </a:xfrm>
          <a:prstGeom prst="rect">
            <a:avLst/>
          </a:prstGeom>
          <a:solidFill>
            <a:srgbClr val="EEF3FF"/>
          </a:solidFill>
          <a:ln cap="flat" cmpd="sng" w="9525">
            <a:solidFill>
              <a:srgbClr val="EE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85"/>
          <p:cNvSpPr/>
          <p:nvPr/>
        </p:nvSpPr>
        <p:spPr>
          <a:xfrm>
            <a:off x="381781" y="743755"/>
            <a:ext cx="493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HIGH IMPACT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85"/>
          <p:cNvSpPr/>
          <p:nvPr/>
        </p:nvSpPr>
        <p:spPr>
          <a:xfrm>
            <a:off x="1801387" y="743755"/>
            <a:ext cx="1374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2"/>
              </a:buClr>
              <a:buSzPts val="500"/>
              <a:buFont typeface="DM Sans"/>
              <a:buNone/>
            </a:pPr>
            <a:r>
              <a:rPr b="0" i="0" lang="en" sz="500" u="none" cap="none" strike="noStrike">
                <a:solidFill>
                  <a:srgbClr val="8B8B92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85"/>
          <p:cNvSpPr/>
          <p:nvPr/>
        </p:nvSpPr>
        <p:spPr>
          <a:xfrm>
            <a:off x="381775" y="915200"/>
            <a:ext cx="1522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Actuarial Experience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Study Manager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85"/>
          <p:cNvSpPr/>
          <p:nvPr/>
        </p:nvSpPr>
        <p:spPr>
          <a:xfrm>
            <a:off x="381781" y="1233658"/>
            <a:ext cx="1522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5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Replace manual actuarial study workflows with an app where actuaries define segments, review results, and annotate selections in one place.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85"/>
          <p:cNvSpPr/>
          <p:nvPr/>
        </p:nvSpPr>
        <p:spPr>
          <a:xfrm>
            <a:off x="381781" y="1758739"/>
            <a:ext cx="1522500" cy="411600"/>
          </a:xfrm>
          <a:prstGeom prst="rect">
            <a:avLst/>
          </a:prstGeom>
          <a:solidFill>
            <a:srgbClr val="EEF3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85"/>
          <p:cNvSpPr/>
          <p:nvPr/>
        </p:nvSpPr>
        <p:spPr>
          <a:xfrm>
            <a:off x="409213" y="1779313"/>
            <a:ext cx="1467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1100"/>
              <a:buFont typeface="DM Sans"/>
              <a:buNone/>
            </a:pPr>
            <a:r>
              <a:rPr b="1" i="0" lang="en" sz="11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30–40%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85"/>
          <p:cNvSpPr/>
          <p:nvPr/>
        </p:nvSpPr>
        <p:spPr>
          <a:xfrm>
            <a:off x="409213" y="1964479"/>
            <a:ext cx="14676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study cycle reduction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85"/>
          <p:cNvSpPr/>
          <p:nvPr/>
        </p:nvSpPr>
        <p:spPr>
          <a:xfrm>
            <a:off x="381781" y="2197651"/>
            <a:ext cx="152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1" lang="en" sz="5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Actuarial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85"/>
          <p:cNvSpPr/>
          <p:nvPr/>
        </p:nvSpPr>
        <p:spPr>
          <a:xfrm>
            <a:off x="381781" y="2334811"/>
            <a:ext cx="1522500" cy="1509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85"/>
          <p:cNvSpPr/>
          <p:nvPr/>
        </p:nvSpPr>
        <p:spPr>
          <a:xfrm>
            <a:off x="381781" y="2334811"/>
            <a:ext cx="1522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RISK AVOIDANCE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85"/>
          <p:cNvSpPr/>
          <p:nvPr/>
        </p:nvSpPr>
        <p:spPr>
          <a:xfrm>
            <a:off x="2027700" y="675175"/>
            <a:ext cx="1659600" cy="19071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099999" dist="952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85"/>
          <p:cNvSpPr/>
          <p:nvPr/>
        </p:nvSpPr>
        <p:spPr>
          <a:xfrm>
            <a:off x="2027700" y="675175"/>
            <a:ext cx="30900" cy="1907100"/>
          </a:xfrm>
          <a:prstGeom prst="rect">
            <a:avLst/>
          </a:prstGeom>
          <a:solidFill>
            <a:srgbClr val="1A70F1"/>
          </a:solidFill>
          <a:ln cap="flat" cmpd="sng" w="9525">
            <a:solidFill>
              <a:srgbClr val="1A70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85"/>
          <p:cNvSpPr/>
          <p:nvPr/>
        </p:nvSpPr>
        <p:spPr>
          <a:xfrm>
            <a:off x="2096281" y="743755"/>
            <a:ext cx="493800" cy="137400"/>
          </a:xfrm>
          <a:prstGeom prst="rect">
            <a:avLst/>
          </a:prstGeom>
          <a:solidFill>
            <a:srgbClr val="EEF3FF"/>
          </a:solidFill>
          <a:ln cap="flat" cmpd="sng" w="9525">
            <a:solidFill>
              <a:srgbClr val="EE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85"/>
          <p:cNvSpPr/>
          <p:nvPr/>
        </p:nvSpPr>
        <p:spPr>
          <a:xfrm>
            <a:off x="2096281" y="743755"/>
            <a:ext cx="493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HIGH IMPACT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85"/>
          <p:cNvSpPr/>
          <p:nvPr/>
        </p:nvSpPr>
        <p:spPr>
          <a:xfrm>
            <a:off x="3515887" y="743755"/>
            <a:ext cx="1374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2"/>
              </a:buClr>
              <a:buSzPts val="500"/>
              <a:buFont typeface="DM Sans"/>
              <a:buNone/>
            </a:pPr>
            <a:r>
              <a:rPr b="0" i="0" lang="en" sz="500" u="none" cap="none" strike="noStrike">
                <a:solidFill>
                  <a:srgbClr val="8B8B92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85"/>
          <p:cNvSpPr/>
          <p:nvPr/>
        </p:nvSpPr>
        <p:spPr>
          <a:xfrm>
            <a:off x="2096275" y="915200"/>
            <a:ext cx="1522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Loss Run Claims &amp;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Submission Workflow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85"/>
          <p:cNvSpPr/>
          <p:nvPr/>
        </p:nvSpPr>
        <p:spPr>
          <a:xfrm>
            <a:off x="2096281" y="1233658"/>
            <a:ext cx="1522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5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Give underwriting and claims teams a single app to review, annotate, and resolve loss run documents — with full write-back to the warehouse.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85"/>
          <p:cNvSpPr/>
          <p:nvPr/>
        </p:nvSpPr>
        <p:spPr>
          <a:xfrm>
            <a:off x="2096281" y="1758739"/>
            <a:ext cx="1522500" cy="411600"/>
          </a:xfrm>
          <a:prstGeom prst="rect">
            <a:avLst/>
          </a:prstGeom>
          <a:solidFill>
            <a:srgbClr val="EEF3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85"/>
          <p:cNvSpPr/>
          <p:nvPr/>
        </p:nvSpPr>
        <p:spPr>
          <a:xfrm>
            <a:off x="2123713" y="1779313"/>
            <a:ext cx="1467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1100"/>
              <a:buFont typeface="DM Sans"/>
              <a:buNone/>
            </a:pPr>
            <a:r>
              <a:rPr b="1" i="0" lang="en" sz="11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25–35%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85"/>
          <p:cNvSpPr/>
          <p:nvPr/>
        </p:nvSpPr>
        <p:spPr>
          <a:xfrm>
            <a:off x="2123713" y="1964479"/>
            <a:ext cx="14676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faster claims cycle time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85"/>
          <p:cNvSpPr/>
          <p:nvPr/>
        </p:nvSpPr>
        <p:spPr>
          <a:xfrm>
            <a:off x="2096281" y="2197651"/>
            <a:ext cx="152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1" lang="en" sz="5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Underwriting / Claims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85"/>
          <p:cNvSpPr/>
          <p:nvPr/>
        </p:nvSpPr>
        <p:spPr>
          <a:xfrm>
            <a:off x="2096281" y="2334811"/>
            <a:ext cx="1522500" cy="1509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85"/>
          <p:cNvSpPr/>
          <p:nvPr/>
        </p:nvSpPr>
        <p:spPr>
          <a:xfrm>
            <a:off x="2096281" y="2334811"/>
            <a:ext cx="1522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OPERATIONS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85"/>
          <p:cNvSpPr/>
          <p:nvPr/>
        </p:nvSpPr>
        <p:spPr>
          <a:xfrm>
            <a:off x="3742200" y="675175"/>
            <a:ext cx="1659600" cy="19071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099999" dist="952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85"/>
          <p:cNvSpPr/>
          <p:nvPr/>
        </p:nvSpPr>
        <p:spPr>
          <a:xfrm>
            <a:off x="3742200" y="675175"/>
            <a:ext cx="30900" cy="1907100"/>
          </a:xfrm>
          <a:prstGeom prst="rect">
            <a:avLst/>
          </a:prstGeom>
          <a:solidFill>
            <a:srgbClr val="1A70F1"/>
          </a:solidFill>
          <a:ln cap="flat" cmpd="sng" w="9525">
            <a:solidFill>
              <a:srgbClr val="1A70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85"/>
          <p:cNvSpPr/>
          <p:nvPr/>
        </p:nvSpPr>
        <p:spPr>
          <a:xfrm>
            <a:off x="3810781" y="743755"/>
            <a:ext cx="493800" cy="137400"/>
          </a:xfrm>
          <a:prstGeom prst="rect">
            <a:avLst/>
          </a:prstGeom>
          <a:solidFill>
            <a:srgbClr val="EEF3FF"/>
          </a:solidFill>
          <a:ln cap="flat" cmpd="sng" w="9525">
            <a:solidFill>
              <a:srgbClr val="EE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85"/>
          <p:cNvSpPr/>
          <p:nvPr/>
        </p:nvSpPr>
        <p:spPr>
          <a:xfrm>
            <a:off x="3810781" y="743755"/>
            <a:ext cx="493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HIGH IMPACT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85"/>
          <p:cNvSpPr/>
          <p:nvPr/>
        </p:nvSpPr>
        <p:spPr>
          <a:xfrm>
            <a:off x="5230387" y="743755"/>
            <a:ext cx="1374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2"/>
              </a:buClr>
              <a:buSzPts val="500"/>
              <a:buFont typeface="DM Sans"/>
              <a:buNone/>
            </a:pPr>
            <a:r>
              <a:rPr b="0" i="0" lang="en" sz="500" u="none" cap="none" strike="noStrike">
                <a:solidFill>
                  <a:srgbClr val="8B8B92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85"/>
          <p:cNvSpPr/>
          <p:nvPr/>
        </p:nvSpPr>
        <p:spPr>
          <a:xfrm>
            <a:off x="3810775" y="915200"/>
            <a:ext cx="1522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Policy Anomaly &amp;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Audit Resolution Hub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85"/>
          <p:cNvSpPr/>
          <p:nvPr/>
        </p:nvSpPr>
        <p:spPr>
          <a:xfrm>
            <a:off x="3810781" y="1233658"/>
            <a:ext cx="1522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5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Surface data quality anomalies across the policy book and let operations teams log, resolve, and track each issue with full audit trail.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85"/>
          <p:cNvSpPr/>
          <p:nvPr/>
        </p:nvSpPr>
        <p:spPr>
          <a:xfrm>
            <a:off x="3810781" y="1758739"/>
            <a:ext cx="1522500" cy="411600"/>
          </a:xfrm>
          <a:prstGeom prst="rect">
            <a:avLst/>
          </a:prstGeom>
          <a:solidFill>
            <a:srgbClr val="EEF3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85"/>
          <p:cNvSpPr/>
          <p:nvPr/>
        </p:nvSpPr>
        <p:spPr>
          <a:xfrm>
            <a:off x="3838213" y="1779313"/>
            <a:ext cx="1467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1100"/>
              <a:buFont typeface="DM Sans"/>
              <a:buNone/>
            </a:pPr>
            <a:r>
              <a:rPr b="1" i="0" lang="en" sz="11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40–60%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85"/>
          <p:cNvSpPr/>
          <p:nvPr/>
        </p:nvSpPr>
        <p:spPr>
          <a:xfrm>
            <a:off x="3838213" y="1964479"/>
            <a:ext cx="14676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issues found manually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85"/>
          <p:cNvSpPr/>
          <p:nvPr/>
        </p:nvSpPr>
        <p:spPr>
          <a:xfrm>
            <a:off x="3810781" y="2197651"/>
            <a:ext cx="152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1" lang="en" sz="5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Insurance Ops / Data Quality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85"/>
          <p:cNvSpPr/>
          <p:nvPr/>
        </p:nvSpPr>
        <p:spPr>
          <a:xfrm>
            <a:off x="3810781" y="2334811"/>
            <a:ext cx="1522500" cy="1509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85"/>
          <p:cNvSpPr/>
          <p:nvPr/>
        </p:nvSpPr>
        <p:spPr>
          <a:xfrm>
            <a:off x="3810781" y="2334811"/>
            <a:ext cx="1522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RISK AVOIDANCE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85"/>
          <p:cNvSpPr/>
          <p:nvPr/>
        </p:nvSpPr>
        <p:spPr>
          <a:xfrm>
            <a:off x="5456700" y="675175"/>
            <a:ext cx="1659600" cy="19071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099999" dist="952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85"/>
          <p:cNvSpPr/>
          <p:nvPr/>
        </p:nvSpPr>
        <p:spPr>
          <a:xfrm>
            <a:off x="5456700" y="675175"/>
            <a:ext cx="30900" cy="1907100"/>
          </a:xfrm>
          <a:prstGeom prst="rect">
            <a:avLst/>
          </a:prstGeom>
          <a:solidFill>
            <a:srgbClr val="1A70F1"/>
          </a:solidFill>
          <a:ln cap="flat" cmpd="sng" w="9525">
            <a:solidFill>
              <a:srgbClr val="1A70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85"/>
          <p:cNvSpPr/>
          <p:nvPr/>
        </p:nvSpPr>
        <p:spPr>
          <a:xfrm>
            <a:off x="5525281" y="743755"/>
            <a:ext cx="493800" cy="137400"/>
          </a:xfrm>
          <a:prstGeom prst="rect">
            <a:avLst/>
          </a:prstGeom>
          <a:solidFill>
            <a:srgbClr val="EEF3FF"/>
          </a:solidFill>
          <a:ln cap="flat" cmpd="sng" w="9525">
            <a:solidFill>
              <a:srgbClr val="EE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85"/>
          <p:cNvSpPr/>
          <p:nvPr/>
        </p:nvSpPr>
        <p:spPr>
          <a:xfrm>
            <a:off x="5525281" y="743755"/>
            <a:ext cx="493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HIGH IMPACT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85"/>
          <p:cNvSpPr/>
          <p:nvPr/>
        </p:nvSpPr>
        <p:spPr>
          <a:xfrm>
            <a:off x="6944887" y="743755"/>
            <a:ext cx="1374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2"/>
              </a:buClr>
              <a:buSzPts val="500"/>
              <a:buFont typeface="DM Sans"/>
              <a:buNone/>
            </a:pPr>
            <a:r>
              <a:rPr b="0" i="0" lang="en" sz="500" u="none" cap="none" strike="noStrike">
                <a:solidFill>
                  <a:srgbClr val="8B8B92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85"/>
          <p:cNvSpPr/>
          <p:nvPr/>
        </p:nvSpPr>
        <p:spPr>
          <a:xfrm>
            <a:off x="5525275" y="915200"/>
            <a:ext cx="1522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Retirement Product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Pricing &amp; Quote Manager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85"/>
          <p:cNvSpPr/>
          <p:nvPr/>
        </p:nvSpPr>
        <p:spPr>
          <a:xfrm>
            <a:off x="5525281" y="1233658"/>
            <a:ext cx="1522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5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Let distribution and product teams input assumptions, run scenario calculations, and generate retirement product quotes — without leaving Sigma.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85"/>
          <p:cNvSpPr/>
          <p:nvPr/>
        </p:nvSpPr>
        <p:spPr>
          <a:xfrm>
            <a:off x="5525281" y="1758739"/>
            <a:ext cx="1522500" cy="411600"/>
          </a:xfrm>
          <a:prstGeom prst="rect">
            <a:avLst/>
          </a:prstGeom>
          <a:solidFill>
            <a:srgbClr val="EEF3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85"/>
          <p:cNvSpPr/>
          <p:nvPr/>
        </p:nvSpPr>
        <p:spPr>
          <a:xfrm>
            <a:off x="5552713" y="1779313"/>
            <a:ext cx="1467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1100"/>
              <a:buFont typeface="DM Sans"/>
              <a:buNone/>
            </a:pPr>
            <a:r>
              <a:rPr b="1" i="0" lang="en" sz="11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15–20%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85"/>
          <p:cNvSpPr/>
          <p:nvPr/>
        </p:nvSpPr>
        <p:spPr>
          <a:xfrm>
            <a:off x="5552713" y="1964479"/>
            <a:ext cx="14676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faster quote turnaround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85"/>
          <p:cNvSpPr/>
          <p:nvPr/>
        </p:nvSpPr>
        <p:spPr>
          <a:xfrm>
            <a:off x="5525281" y="2197651"/>
            <a:ext cx="152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1" lang="en" sz="5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Product / Distribution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85"/>
          <p:cNvSpPr/>
          <p:nvPr/>
        </p:nvSpPr>
        <p:spPr>
          <a:xfrm>
            <a:off x="5525281" y="2334811"/>
            <a:ext cx="1522500" cy="1509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85"/>
          <p:cNvSpPr/>
          <p:nvPr/>
        </p:nvSpPr>
        <p:spPr>
          <a:xfrm>
            <a:off x="5525281" y="2334811"/>
            <a:ext cx="1522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REVENUE GROWTH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85"/>
          <p:cNvSpPr/>
          <p:nvPr/>
        </p:nvSpPr>
        <p:spPr>
          <a:xfrm>
            <a:off x="7171200" y="675175"/>
            <a:ext cx="1659600" cy="19071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099999" dist="952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85"/>
          <p:cNvSpPr/>
          <p:nvPr/>
        </p:nvSpPr>
        <p:spPr>
          <a:xfrm>
            <a:off x="7171200" y="675175"/>
            <a:ext cx="30900" cy="1907100"/>
          </a:xfrm>
          <a:prstGeom prst="rect">
            <a:avLst/>
          </a:prstGeom>
          <a:solidFill>
            <a:srgbClr val="1A70F1"/>
          </a:solidFill>
          <a:ln cap="flat" cmpd="sng" w="9525">
            <a:solidFill>
              <a:srgbClr val="1A70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85"/>
          <p:cNvSpPr/>
          <p:nvPr/>
        </p:nvSpPr>
        <p:spPr>
          <a:xfrm>
            <a:off x="7239781" y="743755"/>
            <a:ext cx="493800" cy="137400"/>
          </a:xfrm>
          <a:prstGeom prst="rect">
            <a:avLst/>
          </a:prstGeom>
          <a:solidFill>
            <a:srgbClr val="EEF3FF"/>
          </a:solidFill>
          <a:ln cap="flat" cmpd="sng" w="9525">
            <a:solidFill>
              <a:srgbClr val="EE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85"/>
          <p:cNvSpPr/>
          <p:nvPr/>
        </p:nvSpPr>
        <p:spPr>
          <a:xfrm>
            <a:off x="7239781" y="743755"/>
            <a:ext cx="493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QUICK WIN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85"/>
          <p:cNvSpPr/>
          <p:nvPr/>
        </p:nvSpPr>
        <p:spPr>
          <a:xfrm>
            <a:off x="8659387" y="743755"/>
            <a:ext cx="1374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2"/>
              </a:buClr>
              <a:buSzPts val="500"/>
              <a:buFont typeface="DM Sans"/>
              <a:buNone/>
            </a:pPr>
            <a:r>
              <a:rPr b="0" i="0" lang="en" sz="500" u="none" cap="none" strike="noStrike">
                <a:solidFill>
                  <a:srgbClr val="8B8B92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85"/>
          <p:cNvSpPr/>
          <p:nvPr/>
        </p:nvSpPr>
        <p:spPr>
          <a:xfrm>
            <a:off x="7239775" y="915200"/>
            <a:ext cx="1522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Commission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Reconciliation &amp; Audit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85"/>
          <p:cNvSpPr/>
          <p:nvPr/>
        </p:nvSpPr>
        <p:spPr>
          <a:xfrm>
            <a:off x="7239781" y="1233658"/>
            <a:ext cx="1522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5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Match internal sales records against carrier commission statements, flag mismatches, and track audit resolution — all in one workflow.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85"/>
          <p:cNvSpPr/>
          <p:nvPr/>
        </p:nvSpPr>
        <p:spPr>
          <a:xfrm>
            <a:off x="7239781" y="1758739"/>
            <a:ext cx="1522500" cy="411600"/>
          </a:xfrm>
          <a:prstGeom prst="rect">
            <a:avLst/>
          </a:prstGeom>
          <a:solidFill>
            <a:srgbClr val="EEF3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85"/>
          <p:cNvSpPr/>
          <p:nvPr/>
        </p:nvSpPr>
        <p:spPr>
          <a:xfrm>
            <a:off x="7267213" y="1779313"/>
            <a:ext cx="1467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1100"/>
              <a:buFont typeface="DM Sans"/>
              <a:buNone/>
            </a:pPr>
            <a:r>
              <a:rPr b="1" i="0" lang="en" sz="11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3–5%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85"/>
          <p:cNvSpPr/>
          <p:nvPr/>
        </p:nvSpPr>
        <p:spPr>
          <a:xfrm>
            <a:off x="7267213" y="1964479"/>
            <a:ext cx="14676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of commission payments have errors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85"/>
          <p:cNvSpPr/>
          <p:nvPr/>
        </p:nvSpPr>
        <p:spPr>
          <a:xfrm>
            <a:off x="7239781" y="2197651"/>
            <a:ext cx="152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1" lang="en" sz="5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Finance / Distribution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85"/>
          <p:cNvSpPr/>
          <p:nvPr/>
        </p:nvSpPr>
        <p:spPr>
          <a:xfrm>
            <a:off x="7239781" y="2334811"/>
            <a:ext cx="1522500" cy="1509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85"/>
          <p:cNvSpPr/>
          <p:nvPr/>
        </p:nvSpPr>
        <p:spPr>
          <a:xfrm>
            <a:off x="7239781" y="2334811"/>
            <a:ext cx="1522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OPERATIONS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85"/>
          <p:cNvSpPr/>
          <p:nvPr/>
        </p:nvSpPr>
        <p:spPr>
          <a:xfrm>
            <a:off x="313200" y="2711249"/>
            <a:ext cx="1659600" cy="19071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099999" dist="952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85"/>
          <p:cNvSpPr/>
          <p:nvPr/>
        </p:nvSpPr>
        <p:spPr>
          <a:xfrm>
            <a:off x="313200" y="2711249"/>
            <a:ext cx="30900" cy="1907100"/>
          </a:xfrm>
          <a:prstGeom prst="rect">
            <a:avLst/>
          </a:prstGeom>
          <a:solidFill>
            <a:srgbClr val="1A70F1"/>
          </a:solidFill>
          <a:ln cap="flat" cmpd="sng" w="9525">
            <a:solidFill>
              <a:srgbClr val="1A70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85"/>
          <p:cNvSpPr/>
          <p:nvPr/>
        </p:nvSpPr>
        <p:spPr>
          <a:xfrm>
            <a:off x="381781" y="2779819"/>
            <a:ext cx="493800" cy="137400"/>
          </a:xfrm>
          <a:prstGeom prst="rect">
            <a:avLst/>
          </a:prstGeom>
          <a:solidFill>
            <a:srgbClr val="EEF3FF"/>
          </a:solidFill>
          <a:ln cap="flat" cmpd="sng" w="9525">
            <a:solidFill>
              <a:srgbClr val="EE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85"/>
          <p:cNvSpPr/>
          <p:nvPr/>
        </p:nvSpPr>
        <p:spPr>
          <a:xfrm>
            <a:off x="381781" y="2779819"/>
            <a:ext cx="493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QUICK WIN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85"/>
          <p:cNvSpPr/>
          <p:nvPr/>
        </p:nvSpPr>
        <p:spPr>
          <a:xfrm>
            <a:off x="1801387" y="2779819"/>
            <a:ext cx="1374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2"/>
              </a:buClr>
              <a:buSzPts val="500"/>
              <a:buFont typeface="DM Sans"/>
              <a:buNone/>
            </a:pPr>
            <a:r>
              <a:rPr b="0" i="0" lang="en" sz="500" u="none" cap="none" strike="noStrike">
                <a:solidFill>
                  <a:srgbClr val="8B8B92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85"/>
          <p:cNvSpPr/>
          <p:nvPr/>
        </p:nvSpPr>
        <p:spPr>
          <a:xfrm>
            <a:off x="381775" y="2936724"/>
            <a:ext cx="1522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Reinsurance Portfolio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Monitoring Dashboard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85"/>
          <p:cNvSpPr/>
          <p:nvPr/>
        </p:nvSpPr>
        <p:spPr>
          <a:xfrm>
            <a:off x="381781" y="3269722"/>
            <a:ext cx="1522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5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Track ceded exposure, treaty utilization, and counterparty concentration against limits — with annotations when thresholds are breached.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85"/>
          <p:cNvSpPr/>
          <p:nvPr/>
        </p:nvSpPr>
        <p:spPr>
          <a:xfrm>
            <a:off x="381781" y="3794803"/>
            <a:ext cx="1522500" cy="411600"/>
          </a:xfrm>
          <a:prstGeom prst="rect">
            <a:avLst/>
          </a:prstGeom>
          <a:solidFill>
            <a:srgbClr val="EEF3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85"/>
          <p:cNvSpPr/>
          <p:nvPr/>
        </p:nvSpPr>
        <p:spPr>
          <a:xfrm>
            <a:off x="409213" y="3815377"/>
            <a:ext cx="1467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1100"/>
              <a:buFont typeface="DM Sans"/>
              <a:buNone/>
            </a:pPr>
            <a:r>
              <a:rPr b="1" i="0" lang="en" sz="11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20–30%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85"/>
          <p:cNvSpPr/>
          <p:nvPr/>
        </p:nvSpPr>
        <p:spPr>
          <a:xfrm>
            <a:off x="409213" y="4000543"/>
            <a:ext cx="14676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treaty breaches detected late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85"/>
          <p:cNvSpPr/>
          <p:nvPr/>
        </p:nvSpPr>
        <p:spPr>
          <a:xfrm>
            <a:off x="381781" y="4233715"/>
            <a:ext cx="152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1" lang="en" sz="5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Finance / Risk Mgmt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85"/>
          <p:cNvSpPr/>
          <p:nvPr/>
        </p:nvSpPr>
        <p:spPr>
          <a:xfrm>
            <a:off x="381781" y="4370875"/>
            <a:ext cx="1522500" cy="1509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85"/>
          <p:cNvSpPr/>
          <p:nvPr/>
        </p:nvSpPr>
        <p:spPr>
          <a:xfrm>
            <a:off x="381781" y="4370875"/>
            <a:ext cx="1522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RISK AVOIDANCE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85"/>
          <p:cNvSpPr/>
          <p:nvPr/>
        </p:nvSpPr>
        <p:spPr>
          <a:xfrm>
            <a:off x="2027700" y="2711249"/>
            <a:ext cx="1659600" cy="19071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099999" dist="952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85"/>
          <p:cNvSpPr/>
          <p:nvPr/>
        </p:nvSpPr>
        <p:spPr>
          <a:xfrm>
            <a:off x="2027700" y="2711249"/>
            <a:ext cx="30900" cy="1907100"/>
          </a:xfrm>
          <a:prstGeom prst="rect">
            <a:avLst/>
          </a:prstGeom>
          <a:solidFill>
            <a:srgbClr val="1A70F1"/>
          </a:solidFill>
          <a:ln cap="flat" cmpd="sng" w="9525">
            <a:solidFill>
              <a:srgbClr val="1A70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85"/>
          <p:cNvSpPr/>
          <p:nvPr/>
        </p:nvSpPr>
        <p:spPr>
          <a:xfrm>
            <a:off x="2096281" y="2779819"/>
            <a:ext cx="493800" cy="137400"/>
          </a:xfrm>
          <a:prstGeom prst="rect">
            <a:avLst/>
          </a:prstGeom>
          <a:solidFill>
            <a:srgbClr val="EEF3FF"/>
          </a:solidFill>
          <a:ln cap="flat" cmpd="sng" w="9525">
            <a:solidFill>
              <a:srgbClr val="EE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85"/>
          <p:cNvSpPr/>
          <p:nvPr/>
        </p:nvSpPr>
        <p:spPr>
          <a:xfrm>
            <a:off x="2096281" y="2779819"/>
            <a:ext cx="493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QUICK WIN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85"/>
          <p:cNvSpPr/>
          <p:nvPr/>
        </p:nvSpPr>
        <p:spPr>
          <a:xfrm>
            <a:off x="3515887" y="2779819"/>
            <a:ext cx="1374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2"/>
              </a:buClr>
              <a:buSzPts val="500"/>
              <a:buFont typeface="DM Sans"/>
              <a:buNone/>
            </a:pPr>
            <a:r>
              <a:rPr b="0" i="0" lang="en" sz="500" u="none" cap="none" strike="noStrike">
                <a:solidFill>
                  <a:srgbClr val="8B8B92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85"/>
          <p:cNvSpPr/>
          <p:nvPr/>
        </p:nvSpPr>
        <p:spPr>
          <a:xfrm>
            <a:off x="2096275" y="2936724"/>
            <a:ext cx="1522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Agent &amp; Producer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Performance Intelligence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85"/>
          <p:cNvSpPr/>
          <p:nvPr/>
        </p:nvSpPr>
        <p:spPr>
          <a:xfrm>
            <a:off x="2096281" y="3269722"/>
            <a:ext cx="1522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5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Give regional sales leaders a real-time view of agent and producer production trends — with drill-down by product, geography, and cohort.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85"/>
          <p:cNvSpPr/>
          <p:nvPr/>
        </p:nvSpPr>
        <p:spPr>
          <a:xfrm>
            <a:off x="2096281" y="3794803"/>
            <a:ext cx="1522500" cy="411600"/>
          </a:xfrm>
          <a:prstGeom prst="rect">
            <a:avLst/>
          </a:prstGeom>
          <a:solidFill>
            <a:srgbClr val="EEF3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85"/>
          <p:cNvSpPr/>
          <p:nvPr/>
        </p:nvSpPr>
        <p:spPr>
          <a:xfrm>
            <a:off x="2123713" y="3815377"/>
            <a:ext cx="1467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1100"/>
              <a:buFont typeface="DM Sans"/>
              <a:buNone/>
            </a:pPr>
            <a:r>
              <a:rPr b="1" i="0" lang="en" sz="11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10–15%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85"/>
          <p:cNvSpPr/>
          <p:nvPr/>
        </p:nvSpPr>
        <p:spPr>
          <a:xfrm>
            <a:off x="2123713" y="4000543"/>
            <a:ext cx="14676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revenue lift from coaching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85"/>
          <p:cNvSpPr/>
          <p:nvPr/>
        </p:nvSpPr>
        <p:spPr>
          <a:xfrm>
            <a:off x="2096281" y="4233715"/>
            <a:ext cx="152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1" lang="en" sz="5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Distribution / Sales Ops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85"/>
          <p:cNvSpPr/>
          <p:nvPr/>
        </p:nvSpPr>
        <p:spPr>
          <a:xfrm>
            <a:off x="2096281" y="4370875"/>
            <a:ext cx="1522500" cy="1509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85"/>
          <p:cNvSpPr/>
          <p:nvPr/>
        </p:nvSpPr>
        <p:spPr>
          <a:xfrm>
            <a:off x="2096281" y="4370875"/>
            <a:ext cx="1522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REVENUE GROWTH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85"/>
          <p:cNvSpPr/>
          <p:nvPr/>
        </p:nvSpPr>
        <p:spPr>
          <a:xfrm>
            <a:off x="3742200" y="2711249"/>
            <a:ext cx="1659600" cy="19071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099999" dist="952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85"/>
          <p:cNvSpPr/>
          <p:nvPr/>
        </p:nvSpPr>
        <p:spPr>
          <a:xfrm>
            <a:off x="3742200" y="2711249"/>
            <a:ext cx="30900" cy="1907100"/>
          </a:xfrm>
          <a:prstGeom prst="rect">
            <a:avLst/>
          </a:prstGeom>
          <a:solidFill>
            <a:srgbClr val="1A70F1"/>
          </a:solidFill>
          <a:ln cap="flat" cmpd="sng" w="9525">
            <a:solidFill>
              <a:srgbClr val="1A70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85"/>
          <p:cNvSpPr/>
          <p:nvPr/>
        </p:nvSpPr>
        <p:spPr>
          <a:xfrm>
            <a:off x="3810781" y="2779819"/>
            <a:ext cx="493800" cy="137400"/>
          </a:xfrm>
          <a:prstGeom prst="rect">
            <a:avLst/>
          </a:prstGeom>
          <a:solidFill>
            <a:srgbClr val="EEF3FF"/>
          </a:solidFill>
          <a:ln cap="flat" cmpd="sng" w="9525">
            <a:solidFill>
              <a:srgbClr val="EE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85"/>
          <p:cNvSpPr/>
          <p:nvPr/>
        </p:nvSpPr>
        <p:spPr>
          <a:xfrm>
            <a:off x="3810781" y="2779819"/>
            <a:ext cx="493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QUICK WIN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85"/>
          <p:cNvSpPr/>
          <p:nvPr/>
        </p:nvSpPr>
        <p:spPr>
          <a:xfrm>
            <a:off x="5230387" y="2779819"/>
            <a:ext cx="1374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2"/>
              </a:buClr>
              <a:buSzPts val="500"/>
              <a:buFont typeface="DM Sans"/>
              <a:buNone/>
            </a:pPr>
            <a:r>
              <a:rPr b="0" i="0" lang="en" sz="500" u="none" cap="none" strike="noStrike">
                <a:solidFill>
                  <a:srgbClr val="8B8B92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85"/>
          <p:cNvSpPr/>
          <p:nvPr/>
        </p:nvSpPr>
        <p:spPr>
          <a:xfrm>
            <a:off x="3810775" y="2936724"/>
            <a:ext cx="1522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Policy Audit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Verification Workflow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85"/>
          <p:cNvSpPr/>
          <p:nvPr/>
        </p:nvSpPr>
        <p:spPr>
          <a:xfrm>
            <a:off x="3810781" y="3269722"/>
            <a:ext cx="1522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5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Let finance teams mark policies as audited directly in Sigma — eliminating the back-and-forth between source systems and status trackers.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85"/>
          <p:cNvSpPr/>
          <p:nvPr/>
        </p:nvSpPr>
        <p:spPr>
          <a:xfrm>
            <a:off x="3810781" y="3794803"/>
            <a:ext cx="1522500" cy="411600"/>
          </a:xfrm>
          <a:prstGeom prst="rect">
            <a:avLst/>
          </a:prstGeom>
          <a:solidFill>
            <a:srgbClr val="EEF3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85"/>
          <p:cNvSpPr/>
          <p:nvPr/>
        </p:nvSpPr>
        <p:spPr>
          <a:xfrm>
            <a:off x="3838213" y="3815377"/>
            <a:ext cx="1467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1100"/>
              <a:buFont typeface="DM Sans"/>
              <a:buNone/>
            </a:pPr>
            <a:r>
              <a:rPr b="1" i="0" lang="en" sz="11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50–70%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85"/>
          <p:cNvSpPr/>
          <p:nvPr/>
        </p:nvSpPr>
        <p:spPr>
          <a:xfrm>
            <a:off x="3838213" y="4000543"/>
            <a:ext cx="14676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of audit time is manual switching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85"/>
          <p:cNvSpPr/>
          <p:nvPr/>
        </p:nvSpPr>
        <p:spPr>
          <a:xfrm>
            <a:off x="3810781" y="4233715"/>
            <a:ext cx="152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1" lang="en" sz="5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Finance / Compliance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85"/>
          <p:cNvSpPr/>
          <p:nvPr/>
        </p:nvSpPr>
        <p:spPr>
          <a:xfrm>
            <a:off x="3810781" y="4370875"/>
            <a:ext cx="1522500" cy="1509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85"/>
          <p:cNvSpPr/>
          <p:nvPr/>
        </p:nvSpPr>
        <p:spPr>
          <a:xfrm>
            <a:off x="3810781" y="4370875"/>
            <a:ext cx="1522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LABOR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85"/>
          <p:cNvSpPr/>
          <p:nvPr/>
        </p:nvSpPr>
        <p:spPr>
          <a:xfrm>
            <a:off x="5456700" y="2711249"/>
            <a:ext cx="1659600" cy="19071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099999" dist="952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85"/>
          <p:cNvSpPr/>
          <p:nvPr/>
        </p:nvSpPr>
        <p:spPr>
          <a:xfrm>
            <a:off x="5456700" y="2711249"/>
            <a:ext cx="30900" cy="1907100"/>
          </a:xfrm>
          <a:prstGeom prst="rect">
            <a:avLst/>
          </a:prstGeom>
          <a:solidFill>
            <a:srgbClr val="1A70F1"/>
          </a:solidFill>
          <a:ln cap="flat" cmpd="sng" w="9525">
            <a:solidFill>
              <a:srgbClr val="1A70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85"/>
          <p:cNvSpPr/>
          <p:nvPr/>
        </p:nvSpPr>
        <p:spPr>
          <a:xfrm>
            <a:off x="5525281" y="2779819"/>
            <a:ext cx="493800" cy="137400"/>
          </a:xfrm>
          <a:prstGeom prst="rect">
            <a:avLst/>
          </a:prstGeom>
          <a:solidFill>
            <a:srgbClr val="EEF3FF"/>
          </a:solidFill>
          <a:ln cap="flat" cmpd="sng" w="9525">
            <a:solidFill>
              <a:srgbClr val="EE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85"/>
          <p:cNvSpPr/>
          <p:nvPr/>
        </p:nvSpPr>
        <p:spPr>
          <a:xfrm>
            <a:off x="5525281" y="2779819"/>
            <a:ext cx="493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INSIGHT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85"/>
          <p:cNvSpPr/>
          <p:nvPr/>
        </p:nvSpPr>
        <p:spPr>
          <a:xfrm>
            <a:off x="6944887" y="2779819"/>
            <a:ext cx="1374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2"/>
              </a:buClr>
              <a:buSzPts val="500"/>
              <a:buFont typeface="DM Sans"/>
              <a:buNone/>
            </a:pPr>
            <a:r>
              <a:rPr b="0" i="0" lang="en" sz="500" u="none" cap="none" strike="noStrike">
                <a:solidFill>
                  <a:srgbClr val="8B8B92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85"/>
          <p:cNvSpPr/>
          <p:nvPr/>
        </p:nvSpPr>
        <p:spPr>
          <a:xfrm>
            <a:off x="5525275" y="2936724"/>
            <a:ext cx="1522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Retirement Participant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Servicing Intelligence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85"/>
          <p:cNvSpPr/>
          <p:nvPr/>
        </p:nvSpPr>
        <p:spPr>
          <a:xfrm>
            <a:off x="5525281" y="3269722"/>
            <a:ext cx="1522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5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Give participant services teams a 360° view of engagement signals, service requests, and retention risk across the retirement book.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85"/>
          <p:cNvSpPr/>
          <p:nvPr/>
        </p:nvSpPr>
        <p:spPr>
          <a:xfrm>
            <a:off x="5525281" y="3794803"/>
            <a:ext cx="1522500" cy="411600"/>
          </a:xfrm>
          <a:prstGeom prst="rect">
            <a:avLst/>
          </a:prstGeom>
          <a:solidFill>
            <a:srgbClr val="EEF3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85"/>
          <p:cNvSpPr/>
          <p:nvPr/>
        </p:nvSpPr>
        <p:spPr>
          <a:xfrm>
            <a:off x="5552713" y="3815377"/>
            <a:ext cx="1467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1100"/>
              <a:buFont typeface="DM Sans"/>
              <a:buNone/>
            </a:pPr>
            <a:r>
              <a:rPr b="1" i="0" lang="en" sz="11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60–65%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85"/>
          <p:cNvSpPr/>
          <p:nvPr/>
        </p:nvSpPr>
        <p:spPr>
          <a:xfrm>
            <a:off x="5552713" y="4000543"/>
            <a:ext cx="14676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of participants never check allocation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85"/>
          <p:cNvSpPr/>
          <p:nvPr/>
        </p:nvSpPr>
        <p:spPr>
          <a:xfrm>
            <a:off x="5525281" y="4233715"/>
            <a:ext cx="152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1" lang="en" sz="5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Retirement Services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85"/>
          <p:cNvSpPr/>
          <p:nvPr/>
        </p:nvSpPr>
        <p:spPr>
          <a:xfrm>
            <a:off x="5525281" y="4370875"/>
            <a:ext cx="1522500" cy="1509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85"/>
          <p:cNvSpPr/>
          <p:nvPr/>
        </p:nvSpPr>
        <p:spPr>
          <a:xfrm>
            <a:off x="5525281" y="4370875"/>
            <a:ext cx="1522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CUSTOMER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85"/>
          <p:cNvSpPr/>
          <p:nvPr/>
        </p:nvSpPr>
        <p:spPr>
          <a:xfrm>
            <a:off x="7171200" y="2711249"/>
            <a:ext cx="1659600" cy="19071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099999" dist="952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85"/>
          <p:cNvSpPr/>
          <p:nvPr/>
        </p:nvSpPr>
        <p:spPr>
          <a:xfrm>
            <a:off x="7171200" y="2711249"/>
            <a:ext cx="30900" cy="1907100"/>
          </a:xfrm>
          <a:prstGeom prst="rect">
            <a:avLst/>
          </a:prstGeom>
          <a:solidFill>
            <a:srgbClr val="1A70F1"/>
          </a:solidFill>
          <a:ln cap="flat" cmpd="sng" w="9525">
            <a:solidFill>
              <a:srgbClr val="1A70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85"/>
          <p:cNvSpPr/>
          <p:nvPr/>
        </p:nvSpPr>
        <p:spPr>
          <a:xfrm>
            <a:off x="7239781" y="2779819"/>
            <a:ext cx="493800" cy="137400"/>
          </a:xfrm>
          <a:prstGeom prst="rect">
            <a:avLst/>
          </a:prstGeom>
          <a:solidFill>
            <a:srgbClr val="EEF3FF"/>
          </a:solidFill>
          <a:ln cap="flat" cmpd="sng" w="9525">
            <a:solidFill>
              <a:srgbClr val="EE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85"/>
          <p:cNvSpPr/>
          <p:nvPr/>
        </p:nvSpPr>
        <p:spPr>
          <a:xfrm>
            <a:off x="7239781" y="2779819"/>
            <a:ext cx="493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INSIGHT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85"/>
          <p:cNvSpPr/>
          <p:nvPr/>
        </p:nvSpPr>
        <p:spPr>
          <a:xfrm>
            <a:off x="8659387" y="2779819"/>
            <a:ext cx="1374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2"/>
              </a:buClr>
              <a:buSzPts val="500"/>
              <a:buFont typeface="DM Sans"/>
              <a:buNone/>
            </a:pPr>
            <a:r>
              <a:rPr b="0" i="0" lang="en" sz="500" u="none" cap="none" strike="noStrike">
                <a:solidFill>
                  <a:srgbClr val="8B8B92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85"/>
          <p:cNvSpPr/>
          <p:nvPr/>
        </p:nvSpPr>
        <p:spPr>
          <a:xfrm>
            <a:off x="7239775" y="2936724"/>
            <a:ext cx="1522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Carrier Statement &amp;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4"/>
              </a:buClr>
              <a:buSzPts val="700"/>
              <a:buFont typeface="DM Sans"/>
              <a:buNone/>
            </a:pPr>
            <a:r>
              <a:rPr b="1" i="0" lang="en" sz="800" u="none" cap="none" strike="noStrike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Payment Reconciliation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85"/>
          <p:cNvSpPr/>
          <p:nvPr/>
        </p:nvSpPr>
        <p:spPr>
          <a:xfrm>
            <a:off x="7239781" y="3269722"/>
            <a:ext cx="1522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5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Automate the ingestion, matching, and exception resolution for carrier statements — reducing manual rework and payment cycle delays.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85"/>
          <p:cNvSpPr/>
          <p:nvPr/>
        </p:nvSpPr>
        <p:spPr>
          <a:xfrm>
            <a:off x="7239781" y="3794803"/>
            <a:ext cx="1522500" cy="411600"/>
          </a:xfrm>
          <a:prstGeom prst="rect">
            <a:avLst/>
          </a:prstGeom>
          <a:solidFill>
            <a:srgbClr val="EEF3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85"/>
          <p:cNvSpPr/>
          <p:nvPr/>
        </p:nvSpPr>
        <p:spPr>
          <a:xfrm>
            <a:off x="7267213" y="3815377"/>
            <a:ext cx="1467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1100"/>
              <a:buFont typeface="DM Sans"/>
              <a:buNone/>
            </a:pPr>
            <a:r>
              <a:rPr b="1" i="0" lang="en" sz="11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2–4%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85"/>
          <p:cNvSpPr/>
          <p:nvPr/>
        </p:nvSpPr>
        <p:spPr>
          <a:xfrm>
            <a:off x="7267213" y="4000543"/>
            <a:ext cx="14676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0" lang="en" sz="6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of payments require rework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85"/>
          <p:cNvSpPr/>
          <p:nvPr/>
        </p:nvSpPr>
        <p:spPr>
          <a:xfrm>
            <a:off x="7239781" y="4233715"/>
            <a:ext cx="152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6"/>
              </a:buClr>
              <a:buSzPts val="500"/>
              <a:buFont typeface="DM Sans"/>
              <a:buNone/>
            </a:pPr>
            <a:r>
              <a:rPr b="0" i="1" lang="en" sz="500" u="none" cap="none" strike="noStrike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Finance / Operations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85"/>
          <p:cNvSpPr/>
          <p:nvPr/>
        </p:nvSpPr>
        <p:spPr>
          <a:xfrm>
            <a:off x="7239781" y="4370875"/>
            <a:ext cx="1522500" cy="1509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5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85"/>
          <p:cNvSpPr/>
          <p:nvPr/>
        </p:nvSpPr>
        <p:spPr>
          <a:xfrm>
            <a:off x="7239781" y="4370875"/>
            <a:ext cx="1522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0F1"/>
              </a:buClr>
              <a:buSzPts val="500"/>
              <a:buFont typeface="DM Sans"/>
              <a:buNone/>
            </a:pPr>
            <a:r>
              <a:rPr b="1" i="0" lang="en" sz="500" u="none" cap="none" strike="noStrike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COST AVOIDANCE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  <a:effectLst/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86"/>
          <p:cNvSpPr txBox="1"/>
          <p:nvPr>
            <p:ph type="title"/>
          </p:nvPr>
        </p:nvSpPr>
        <p:spPr>
          <a:xfrm>
            <a:off x="311725" y="58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1111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{industry}</a:t>
            </a:r>
            <a:endParaRPr/>
          </a:p>
        </p:txBody>
      </p:sp>
      <p:grpSp>
        <p:nvGrpSpPr>
          <p:cNvPr id="1015" name="Google Shape;1015;p86"/>
          <p:cNvGrpSpPr/>
          <p:nvPr/>
        </p:nvGrpSpPr>
        <p:grpSpPr>
          <a:xfrm>
            <a:off x="259157" y="675175"/>
            <a:ext cx="1659600" cy="1907100"/>
            <a:chOff x="259157" y="675175"/>
            <a:chExt cx="1659600" cy="1907100"/>
          </a:xfrm>
        </p:grpSpPr>
        <p:sp>
          <p:nvSpPr>
            <p:cNvPr id="1016" name="Google Shape;1016;p86"/>
            <p:cNvSpPr/>
            <p:nvPr/>
          </p:nvSpPr>
          <p:spPr>
            <a:xfrm>
              <a:off x="259157" y="675175"/>
              <a:ext cx="1659600" cy="19071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8099999" dist="9525">
                <a:srgbClr val="000000">
                  <a:alpha val="706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86"/>
            <p:cNvSpPr/>
            <p:nvPr/>
          </p:nvSpPr>
          <p:spPr>
            <a:xfrm>
              <a:off x="259157" y="675175"/>
              <a:ext cx="30900" cy="1907100"/>
            </a:xfrm>
            <a:prstGeom prst="rect">
              <a:avLst/>
            </a:prstGeom>
            <a:solidFill>
              <a:srgbClr val="1A70F1"/>
            </a:solidFill>
            <a:ln cap="flat" cmpd="sng" w="9525">
              <a:solidFill>
                <a:srgbClr val="1A70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86"/>
            <p:cNvSpPr/>
            <p:nvPr/>
          </p:nvSpPr>
          <p:spPr>
            <a:xfrm>
              <a:off x="327751" y="743750"/>
              <a:ext cx="582000" cy="137400"/>
            </a:xfrm>
            <a:prstGeom prst="rect">
              <a:avLst/>
            </a:prstGeom>
            <a:solidFill>
              <a:srgbClr val="EEF3FF"/>
            </a:solidFill>
            <a:ln cap="flat" cmpd="sng" w="9525">
              <a:solidFill>
                <a:srgbClr val="EEF3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86"/>
            <p:cNvSpPr/>
            <p:nvPr/>
          </p:nvSpPr>
          <p:spPr>
            <a:xfrm>
              <a:off x="327750" y="749425"/>
              <a:ext cx="5820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1_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impact_tier}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86"/>
            <p:cNvSpPr/>
            <p:nvPr/>
          </p:nvSpPr>
          <p:spPr>
            <a:xfrm>
              <a:off x="1667753" y="743750"/>
              <a:ext cx="2169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8B8B92"/>
                </a:buClr>
                <a:buSzPts val="500"/>
                <a:buFont typeface="DM Sans"/>
                <a:buNone/>
              </a:pP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1_</a:t>
              </a: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id}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86"/>
            <p:cNvSpPr/>
            <p:nvPr/>
          </p:nvSpPr>
          <p:spPr>
            <a:xfrm>
              <a:off x="327732" y="915200"/>
              <a:ext cx="15225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4"/>
                </a:buClr>
                <a:buSzPts val="700"/>
                <a:buFont typeface="DM Sans"/>
                <a:buNone/>
              </a:pP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1_</a:t>
              </a: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title}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86"/>
            <p:cNvSpPr/>
            <p:nvPr/>
          </p:nvSpPr>
          <p:spPr>
            <a:xfrm>
              <a:off x="327750" y="1233649"/>
              <a:ext cx="15225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1_</a:t>
              </a: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card_summary}</a:t>
              </a:r>
              <a:endParaRPr b="0" i="0" sz="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86"/>
            <p:cNvSpPr/>
            <p:nvPr/>
          </p:nvSpPr>
          <p:spPr>
            <a:xfrm>
              <a:off x="327738" y="1758739"/>
              <a:ext cx="1522500" cy="411600"/>
            </a:xfrm>
            <a:prstGeom prst="rect">
              <a:avLst/>
            </a:prstGeom>
            <a:solidFill>
              <a:srgbClr val="EEF3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86"/>
            <p:cNvSpPr/>
            <p:nvPr/>
          </p:nvSpPr>
          <p:spPr>
            <a:xfrm>
              <a:off x="355170" y="1779313"/>
              <a:ext cx="14676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1100"/>
                <a:buFont typeface="DM Sans"/>
                <a:buNone/>
              </a:pP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1_</a:t>
              </a: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value_stat_num}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86"/>
            <p:cNvSpPr/>
            <p:nvPr/>
          </p:nvSpPr>
          <p:spPr>
            <a:xfrm>
              <a:off x="355170" y="1964479"/>
              <a:ext cx="14676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1_</a:t>
              </a: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value_stat_lbl}</a:t>
              </a:r>
              <a:endPara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86"/>
            <p:cNvSpPr/>
            <p:nvPr/>
          </p:nvSpPr>
          <p:spPr>
            <a:xfrm>
              <a:off x="327738" y="2197651"/>
              <a:ext cx="1522500" cy="1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1_</a:t>
              </a: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department}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1_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 value_tag}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9" name="Google Shape;1029;p86"/>
          <p:cNvGrpSpPr/>
          <p:nvPr/>
        </p:nvGrpSpPr>
        <p:grpSpPr>
          <a:xfrm>
            <a:off x="1979707" y="675175"/>
            <a:ext cx="1659600" cy="1907100"/>
            <a:chOff x="259157" y="675175"/>
            <a:chExt cx="1659600" cy="1907100"/>
          </a:xfrm>
        </p:grpSpPr>
        <p:sp>
          <p:nvSpPr>
            <p:cNvPr id="1030" name="Google Shape;1030;p86"/>
            <p:cNvSpPr/>
            <p:nvPr/>
          </p:nvSpPr>
          <p:spPr>
            <a:xfrm>
              <a:off x="259157" y="675175"/>
              <a:ext cx="1659600" cy="19071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8099999" dist="9525">
                <a:srgbClr val="000000">
                  <a:alpha val="706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86"/>
            <p:cNvSpPr/>
            <p:nvPr/>
          </p:nvSpPr>
          <p:spPr>
            <a:xfrm>
              <a:off x="259157" y="675175"/>
              <a:ext cx="30900" cy="1907100"/>
            </a:xfrm>
            <a:prstGeom prst="rect">
              <a:avLst/>
            </a:prstGeom>
            <a:solidFill>
              <a:srgbClr val="1A70F1"/>
            </a:solidFill>
            <a:ln cap="flat" cmpd="sng" w="9525">
              <a:solidFill>
                <a:srgbClr val="1A70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86"/>
            <p:cNvSpPr/>
            <p:nvPr/>
          </p:nvSpPr>
          <p:spPr>
            <a:xfrm>
              <a:off x="327751" y="743750"/>
              <a:ext cx="582000" cy="137400"/>
            </a:xfrm>
            <a:prstGeom prst="rect">
              <a:avLst/>
            </a:prstGeom>
            <a:solidFill>
              <a:srgbClr val="EEF3FF"/>
            </a:solidFill>
            <a:ln cap="flat" cmpd="sng" w="9525">
              <a:solidFill>
                <a:srgbClr val="EEF3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86"/>
            <p:cNvSpPr/>
            <p:nvPr/>
          </p:nvSpPr>
          <p:spPr>
            <a:xfrm>
              <a:off x="327750" y="749425"/>
              <a:ext cx="5820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{2_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impact_tier}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86"/>
            <p:cNvSpPr/>
            <p:nvPr/>
          </p:nvSpPr>
          <p:spPr>
            <a:xfrm>
              <a:off x="1667753" y="743750"/>
              <a:ext cx="2169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8B8B92"/>
                </a:buClr>
                <a:buSzPts val="500"/>
                <a:buFont typeface="DM Sans"/>
                <a:buNone/>
              </a:pP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{2_</a:t>
              </a: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id}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86"/>
            <p:cNvSpPr/>
            <p:nvPr/>
          </p:nvSpPr>
          <p:spPr>
            <a:xfrm>
              <a:off x="327732" y="915200"/>
              <a:ext cx="15225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4"/>
                </a:buClr>
                <a:buSzPts val="700"/>
                <a:buFont typeface="DM Sans"/>
                <a:buNone/>
              </a:pP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{2_</a:t>
              </a: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title}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86"/>
            <p:cNvSpPr/>
            <p:nvPr/>
          </p:nvSpPr>
          <p:spPr>
            <a:xfrm>
              <a:off x="327750" y="1233649"/>
              <a:ext cx="15225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{2_</a:t>
              </a: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card_summary}</a:t>
              </a:r>
              <a:endParaRPr b="0" i="0" sz="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86"/>
            <p:cNvSpPr/>
            <p:nvPr/>
          </p:nvSpPr>
          <p:spPr>
            <a:xfrm>
              <a:off x="327738" y="1758739"/>
              <a:ext cx="1522500" cy="411600"/>
            </a:xfrm>
            <a:prstGeom prst="rect">
              <a:avLst/>
            </a:prstGeom>
            <a:solidFill>
              <a:srgbClr val="EEF3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86"/>
            <p:cNvSpPr/>
            <p:nvPr/>
          </p:nvSpPr>
          <p:spPr>
            <a:xfrm>
              <a:off x="355170" y="1779313"/>
              <a:ext cx="14676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1100"/>
                <a:buFont typeface="DM Sans"/>
                <a:buNone/>
              </a:pP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{2_</a:t>
              </a: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value_stat_num}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86"/>
            <p:cNvSpPr/>
            <p:nvPr/>
          </p:nvSpPr>
          <p:spPr>
            <a:xfrm>
              <a:off x="355170" y="1964479"/>
              <a:ext cx="14676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{2_</a:t>
              </a: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value_stat_lbl}</a:t>
              </a:r>
              <a:endPara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86"/>
            <p:cNvSpPr/>
            <p:nvPr/>
          </p:nvSpPr>
          <p:spPr>
            <a:xfrm>
              <a:off x="327738" y="2197651"/>
              <a:ext cx="1522500" cy="1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{2_</a:t>
              </a: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department}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{2_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 value_tag}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3" name="Google Shape;1043;p86"/>
          <p:cNvGrpSpPr/>
          <p:nvPr/>
        </p:nvGrpSpPr>
        <p:grpSpPr>
          <a:xfrm>
            <a:off x="259157" y="2681100"/>
            <a:ext cx="1659600" cy="1907100"/>
            <a:chOff x="259157" y="675175"/>
            <a:chExt cx="1659600" cy="1907100"/>
          </a:xfrm>
        </p:grpSpPr>
        <p:sp>
          <p:nvSpPr>
            <p:cNvPr id="1044" name="Google Shape;1044;p86"/>
            <p:cNvSpPr/>
            <p:nvPr/>
          </p:nvSpPr>
          <p:spPr>
            <a:xfrm>
              <a:off x="259157" y="675175"/>
              <a:ext cx="1659600" cy="19071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8099999" dist="9525">
                <a:srgbClr val="000000">
                  <a:alpha val="706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86"/>
            <p:cNvSpPr/>
            <p:nvPr/>
          </p:nvSpPr>
          <p:spPr>
            <a:xfrm>
              <a:off x="259157" y="675175"/>
              <a:ext cx="30900" cy="1907100"/>
            </a:xfrm>
            <a:prstGeom prst="rect">
              <a:avLst/>
            </a:prstGeom>
            <a:solidFill>
              <a:srgbClr val="1A70F1"/>
            </a:solidFill>
            <a:ln cap="flat" cmpd="sng" w="9525">
              <a:solidFill>
                <a:srgbClr val="1A70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86"/>
            <p:cNvSpPr/>
            <p:nvPr/>
          </p:nvSpPr>
          <p:spPr>
            <a:xfrm>
              <a:off x="327751" y="743750"/>
              <a:ext cx="582000" cy="137400"/>
            </a:xfrm>
            <a:prstGeom prst="rect">
              <a:avLst/>
            </a:prstGeom>
            <a:solidFill>
              <a:srgbClr val="EEF3FF"/>
            </a:solidFill>
            <a:ln cap="flat" cmpd="sng" w="9525">
              <a:solidFill>
                <a:srgbClr val="EEF3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86"/>
            <p:cNvSpPr/>
            <p:nvPr/>
          </p:nvSpPr>
          <p:spPr>
            <a:xfrm>
              <a:off x="327750" y="749425"/>
              <a:ext cx="5820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6_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impact_tier}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86"/>
            <p:cNvSpPr/>
            <p:nvPr/>
          </p:nvSpPr>
          <p:spPr>
            <a:xfrm>
              <a:off x="1667753" y="743750"/>
              <a:ext cx="2169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8B8B92"/>
                </a:buClr>
                <a:buSzPts val="500"/>
                <a:buFont typeface="DM Sans"/>
                <a:buNone/>
              </a:pP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6_</a:t>
              </a: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id}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86"/>
            <p:cNvSpPr/>
            <p:nvPr/>
          </p:nvSpPr>
          <p:spPr>
            <a:xfrm>
              <a:off x="327732" y="915200"/>
              <a:ext cx="15225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4"/>
                </a:buClr>
                <a:buSzPts val="700"/>
                <a:buFont typeface="DM Sans"/>
                <a:buNone/>
              </a:pP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6_</a:t>
              </a: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title}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86"/>
            <p:cNvSpPr/>
            <p:nvPr/>
          </p:nvSpPr>
          <p:spPr>
            <a:xfrm>
              <a:off x="327750" y="1233649"/>
              <a:ext cx="15225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6_</a:t>
              </a: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card_summary}</a:t>
              </a:r>
              <a:endParaRPr b="0" i="0" sz="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86"/>
            <p:cNvSpPr/>
            <p:nvPr/>
          </p:nvSpPr>
          <p:spPr>
            <a:xfrm>
              <a:off x="327738" y="1758739"/>
              <a:ext cx="1522500" cy="411600"/>
            </a:xfrm>
            <a:prstGeom prst="rect">
              <a:avLst/>
            </a:prstGeom>
            <a:solidFill>
              <a:srgbClr val="EEF3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86"/>
            <p:cNvSpPr/>
            <p:nvPr/>
          </p:nvSpPr>
          <p:spPr>
            <a:xfrm>
              <a:off x="355170" y="1779313"/>
              <a:ext cx="14676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1100"/>
                <a:buFont typeface="DM Sans"/>
                <a:buNone/>
              </a:pP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6_</a:t>
              </a: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value_stat_num}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86"/>
            <p:cNvSpPr/>
            <p:nvPr/>
          </p:nvSpPr>
          <p:spPr>
            <a:xfrm>
              <a:off x="355170" y="1964479"/>
              <a:ext cx="14676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6_</a:t>
              </a: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value_stat_lbl}</a:t>
              </a:r>
              <a:endPara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86"/>
            <p:cNvSpPr/>
            <p:nvPr/>
          </p:nvSpPr>
          <p:spPr>
            <a:xfrm>
              <a:off x="327738" y="2197651"/>
              <a:ext cx="1522500" cy="1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6_</a:t>
              </a: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department}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6_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 value_tag}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7" name="Google Shape;1057;p86"/>
          <p:cNvGrpSpPr/>
          <p:nvPr/>
        </p:nvGrpSpPr>
        <p:grpSpPr>
          <a:xfrm>
            <a:off x="1979707" y="2681100"/>
            <a:ext cx="1659600" cy="1907100"/>
            <a:chOff x="259157" y="675175"/>
            <a:chExt cx="1659600" cy="1907100"/>
          </a:xfrm>
        </p:grpSpPr>
        <p:sp>
          <p:nvSpPr>
            <p:cNvPr id="1058" name="Google Shape;1058;p86"/>
            <p:cNvSpPr/>
            <p:nvPr/>
          </p:nvSpPr>
          <p:spPr>
            <a:xfrm>
              <a:off x="259157" y="675175"/>
              <a:ext cx="1659600" cy="19071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8099999" dist="9525">
                <a:srgbClr val="000000">
                  <a:alpha val="706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86"/>
            <p:cNvSpPr/>
            <p:nvPr/>
          </p:nvSpPr>
          <p:spPr>
            <a:xfrm>
              <a:off x="259157" y="675175"/>
              <a:ext cx="30900" cy="1907100"/>
            </a:xfrm>
            <a:prstGeom prst="rect">
              <a:avLst/>
            </a:prstGeom>
            <a:solidFill>
              <a:srgbClr val="1A70F1"/>
            </a:solidFill>
            <a:ln cap="flat" cmpd="sng" w="9525">
              <a:solidFill>
                <a:srgbClr val="1A70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86"/>
            <p:cNvSpPr/>
            <p:nvPr/>
          </p:nvSpPr>
          <p:spPr>
            <a:xfrm>
              <a:off x="327751" y="743750"/>
              <a:ext cx="582000" cy="137400"/>
            </a:xfrm>
            <a:prstGeom prst="rect">
              <a:avLst/>
            </a:prstGeom>
            <a:solidFill>
              <a:srgbClr val="EEF3FF"/>
            </a:solidFill>
            <a:ln cap="flat" cmpd="sng" w="9525">
              <a:solidFill>
                <a:srgbClr val="EEF3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86"/>
            <p:cNvSpPr/>
            <p:nvPr/>
          </p:nvSpPr>
          <p:spPr>
            <a:xfrm>
              <a:off x="327750" y="749425"/>
              <a:ext cx="5820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7_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impact_tier}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86"/>
            <p:cNvSpPr/>
            <p:nvPr/>
          </p:nvSpPr>
          <p:spPr>
            <a:xfrm>
              <a:off x="1667753" y="743750"/>
              <a:ext cx="2169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8B8B92"/>
                </a:buClr>
                <a:buSzPts val="500"/>
                <a:buFont typeface="DM Sans"/>
                <a:buNone/>
              </a:pP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7_</a:t>
              </a: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id}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86"/>
            <p:cNvSpPr/>
            <p:nvPr/>
          </p:nvSpPr>
          <p:spPr>
            <a:xfrm>
              <a:off x="327732" y="915200"/>
              <a:ext cx="15225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4"/>
                </a:buClr>
                <a:buSzPts val="700"/>
                <a:buFont typeface="DM Sans"/>
                <a:buNone/>
              </a:pP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7_</a:t>
              </a: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title}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86"/>
            <p:cNvSpPr/>
            <p:nvPr/>
          </p:nvSpPr>
          <p:spPr>
            <a:xfrm>
              <a:off x="327750" y="1233649"/>
              <a:ext cx="15225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7_</a:t>
              </a: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card_summary}</a:t>
              </a:r>
              <a:endParaRPr b="0" i="0" sz="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86"/>
            <p:cNvSpPr/>
            <p:nvPr/>
          </p:nvSpPr>
          <p:spPr>
            <a:xfrm>
              <a:off x="327738" y="1758739"/>
              <a:ext cx="1522500" cy="411600"/>
            </a:xfrm>
            <a:prstGeom prst="rect">
              <a:avLst/>
            </a:prstGeom>
            <a:solidFill>
              <a:srgbClr val="EEF3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86"/>
            <p:cNvSpPr/>
            <p:nvPr/>
          </p:nvSpPr>
          <p:spPr>
            <a:xfrm>
              <a:off x="355170" y="1779313"/>
              <a:ext cx="14676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1100"/>
                <a:buFont typeface="DM Sans"/>
                <a:buNone/>
              </a:pP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7_</a:t>
              </a: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value_stat_num}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86"/>
            <p:cNvSpPr/>
            <p:nvPr/>
          </p:nvSpPr>
          <p:spPr>
            <a:xfrm>
              <a:off x="355170" y="1964479"/>
              <a:ext cx="14676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7_</a:t>
              </a: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value_stat_lbl}</a:t>
              </a:r>
              <a:endPara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86"/>
            <p:cNvSpPr/>
            <p:nvPr/>
          </p:nvSpPr>
          <p:spPr>
            <a:xfrm>
              <a:off x="327738" y="2197651"/>
              <a:ext cx="1522500" cy="1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7_</a:t>
              </a: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department}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7_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 value_tag}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1" name="Google Shape;1071;p86"/>
          <p:cNvGrpSpPr/>
          <p:nvPr/>
        </p:nvGrpSpPr>
        <p:grpSpPr>
          <a:xfrm>
            <a:off x="3700257" y="675175"/>
            <a:ext cx="1659600" cy="1907100"/>
            <a:chOff x="259157" y="675175"/>
            <a:chExt cx="1659600" cy="1907100"/>
          </a:xfrm>
        </p:grpSpPr>
        <p:sp>
          <p:nvSpPr>
            <p:cNvPr id="1072" name="Google Shape;1072;p86"/>
            <p:cNvSpPr/>
            <p:nvPr/>
          </p:nvSpPr>
          <p:spPr>
            <a:xfrm>
              <a:off x="259157" y="675175"/>
              <a:ext cx="1659600" cy="19071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8099999" dist="9525">
                <a:srgbClr val="000000">
                  <a:alpha val="706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86"/>
            <p:cNvSpPr/>
            <p:nvPr/>
          </p:nvSpPr>
          <p:spPr>
            <a:xfrm>
              <a:off x="259157" y="675175"/>
              <a:ext cx="30900" cy="1907100"/>
            </a:xfrm>
            <a:prstGeom prst="rect">
              <a:avLst/>
            </a:prstGeom>
            <a:solidFill>
              <a:srgbClr val="1A70F1"/>
            </a:solidFill>
            <a:ln cap="flat" cmpd="sng" w="9525">
              <a:solidFill>
                <a:srgbClr val="1A70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86"/>
            <p:cNvSpPr/>
            <p:nvPr/>
          </p:nvSpPr>
          <p:spPr>
            <a:xfrm>
              <a:off x="327751" y="743750"/>
              <a:ext cx="582000" cy="137400"/>
            </a:xfrm>
            <a:prstGeom prst="rect">
              <a:avLst/>
            </a:prstGeom>
            <a:solidFill>
              <a:srgbClr val="EEF3FF"/>
            </a:solidFill>
            <a:ln cap="flat" cmpd="sng" w="9525">
              <a:solidFill>
                <a:srgbClr val="EEF3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86"/>
            <p:cNvSpPr/>
            <p:nvPr/>
          </p:nvSpPr>
          <p:spPr>
            <a:xfrm>
              <a:off x="327750" y="749425"/>
              <a:ext cx="5820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{3_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impact_tier}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86"/>
            <p:cNvSpPr/>
            <p:nvPr/>
          </p:nvSpPr>
          <p:spPr>
            <a:xfrm>
              <a:off x="1667753" y="743750"/>
              <a:ext cx="2169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8B8B92"/>
                </a:buClr>
                <a:buSzPts val="500"/>
                <a:buFont typeface="DM Sans"/>
                <a:buNone/>
              </a:pP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{3_</a:t>
              </a: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id}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86"/>
            <p:cNvSpPr/>
            <p:nvPr/>
          </p:nvSpPr>
          <p:spPr>
            <a:xfrm>
              <a:off x="327732" y="915200"/>
              <a:ext cx="15225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4"/>
                </a:buClr>
                <a:buSzPts val="700"/>
                <a:buFont typeface="DM Sans"/>
                <a:buNone/>
              </a:pP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{3_</a:t>
              </a: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title}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86"/>
            <p:cNvSpPr/>
            <p:nvPr/>
          </p:nvSpPr>
          <p:spPr>
            <a:xfrm>
              <a:off x="327750" y="1233649"/>
              <a:ext cx="15225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{3_</a:t>
              </a: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card_summary}</a:t>
              </a:r>
              <a:endParaRPr b="0" i="0" sz="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86"/>
            <p:cNvSpPr/>
            <p:nvPr/>
          </p:nvSpPr>
          <p:spPr>
            <a:xfrm>
              <a:off x="327738" y="1758739"/>
              <a:ext cx="1522500" cy="411600"/>
            </a:xfrm>
            <a:prstGeom prst="rect">
              <a:avLst/>
            </a:prstGeom>
            <a:solidFill>
              <a:srgbClr val="EEF3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86"/>
            <p:cNvSpPr/>
            <p:nvPr/>
          </p:nvSpPr>
          <p:spPr>
            <a:xfrm>
              <a:off x="355170" y="1779313"/>
              <a:ext cx="14676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1100"/>
                <a:buFont typeface="DM Sans"/>
                <a:buNone/>
              </a:pP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{3_</a:t>
              </a: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value_stat_num}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86"/>
            <p:cNvSpPr/>
            <p:nvPr/>
          </p:nvSpPr>
          <p:spPr>
            <a:xfrm>
              <a:off x="355170" y="1964479"/>
              <a:ext cx="14676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{3_</a:t>
              </a: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value_stat_lbl}</a:t>
              </a:r>
              <a:endPara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86"/>
            <p:cNvSpPr/>
            <p:nvPr/>
          </p:nvSpPr>
          <p:spPr>
            <a:xfrm>
              <a:off x="327738" y="2197651"/>
              <a:ext cx="1522500" cy="1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{3_</a:t>
              </a: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department}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{3_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 value_tag}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5" name="Google Shape;1085;p86"/>
          <p:cNvGrpSpPr/>
          <p:nvPr/>
        </p:nvGrpSpPr>
        <p:grpSpPr>
          <a:xfrm>
            <a:off x="5420807" y="675175"/>
            <a:ext cx="1659600" cy="1907100"/>
            <a:chOff x="259157" y="675175"/>
            <a:chExt cx="1659600" cy="1907100"/>
          </a:xfrm>
        </p:grpSpPr>
        <p:sp>
          <p:nvSpPr>
            <p:cNvPr id="1086" name="Google Shape;1086;p86"/>
            <p:cNvSpPr/>
            <p:nvPr/>
          </p:nvSpPr>
          <p:spPr>
            <a:xfrm>
              <a:off x="259157" y="675175"/>
              <a:ext cx="1659600" cy="19071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8099999" dist="9525">
                <a:srgbClr val="000000">
                  <a:alpha val="706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86"/>
            <p:cNvSpPr/>
            <p:nvPr/>
          </p:nvSpPr>
          <p:spPr>
            <a:xfrm>
              <a:off x="259157" y="675175"/>
              <a:ext cx="30900" cy="1907100"/>
            </a:xfrm>
            <a:prstGeom prst="rect">
              <a:avLst/>
            </a:prstGeom>
            <a:solidFill>
              <a:srgbClr val="1A70F1"/>
            </a:solidFill>
            <a:ln cap="flat" cmpd="sng" w="9525">
              <a:solidFill>
                <a:srgbClr val="1A70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86"/>
            <p:cNvSpPr/>
            <p:nvPr/>
          </p:nvSpPr>
          <p:spPr>
            <a:xfrm>
              <a:off x="327751" y="743750"/>
              <a:ext cx="582000" cy="137400"/>
            </a:xfrm>
            <a:prstGeom prst="rect">
              <a:avLst/>
            </a:prstGeom>
            <a:solidFill>
              <a:srgbClr val="EEF3FF"/>
            </a:solidFill>
            <a:ln cap="flat" cmpd="sng" w="9525">
              <a:solidFill>
                <a:srgbClr val="EEF3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86"/>
            <p:cNvSpPr/>
            <p:nvPr/>
          </p:nvSpPr>
          <p:spPr>
            <a:xfrm>
              <a:off x="327750" y="749425"/>
              <a:ext cx="5820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4_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impact_tier}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86"/>
            <p:cNvSpPr/>
            <p:nvPr/>
          </p:nvSpPr>
          <p:spPr>
            <a:xfrm>
              <a:off x="1667753" y="743750"/>
              <a:ext cx="2169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8B8B92"/>
                </a:buClr>
                <a:buSzPts val="500"/>
                <a:buFont typeface="DM Sans"/>
                <a:buNone/>
              </a:pP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4_</a:t>
              </a: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id}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86"/>
            <p:cNvSpPr/>
            <p:nvPr/>
          </p:nvSpPr>
          <p:spPr>
            <a:xfrm>
              <a:off x="327732" y="915200"/>
              <a:ext cx="15225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4"/>
                </a:buClr>
                <a:buSzPts val="700"/>
                <a:buFont typeface="DM Sans"/>
                <a:buNone/>
              </a:pP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4_</a:t>
              </a: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title}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86"/>
            <p:cNvSpPr/>
            <p:nvPr/>
          </p:nvSpPr>
          <p:spPr>
            <a:xfrm>
              <a:off x="327750" y="1233649"/>
              <a:ext cx="15225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4_</a:t>
              </a: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card_summary}</a:t>
              </a:r>
              <a:endParaRPr b="0" i="0" sz="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86"/>
            <p:cNvSpPr/>
            <p:nvPr/>
          </p:nvSpPr>
          <p:spPr>
            <a:xfrm>
              <a:off x="327738" y="1758739"/>
              <a:ext cx="1522500" cy="411600"/>
            </a:xfrm>
            <a:prstGeom prst="rect">
              <a:avLst/>
            </a:prstGeom>
            <a:solidFill>
              <a:srgbClr val="EEF3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86"/>
            <p:cNvSpPr/>
            <p:nvPr/>
          </p:nvSpPr>
          <p:spPr>
            <a:xfrm>
              <a:off x="355170" y="1779313"/>
              <a:ext cx="14676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1100"/>
                <a:buFont typeface="DM Sans"/>
                <a:buNone/>
              </a:pP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4_</a:t>
              </a: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value_stat_num}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86"/>
            <p:cNvSpPr/>
            <p:nvPr/>
          </p:nvSpPr>
          <p:spPr>
            <a:xfrm>
              <a:off x="355170" y="1964479"/>
              <a:ext cx="14676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4_</a:t>
              </a: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value_stat_lbl}</a:t>
              </a:r>
              <a:endPara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86"/>
            <p:cNvSpPr/>
            <p:nvPr/>
          </p:nvSpPr>
          <p:spPr>
            <a:xfrm>
              <a:off x="327738" y="2197651"/>
              <a:ext cx="1522500" cy="1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4_</a:t>
              </a: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department}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4_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 value_tag}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9" name="Google Shape;1099;p86"/>
          <p:cNvGrpSpPr/>
          <p:nvPr/>
        </p:nvGrpSpPr>
        <p:grpSpPr>
          <a:xfrm>
            <a:off x="3700257" y="2681100"/>
            <a:ext cx="1659600" cy="1907100"/>
            <a:chOff x="259157" y="675175"/>
            <a:chExt cx="1659600" cy="1907100"/>
          </a:xfrm>
        </p:grpSpPr>
        <p:sp>
          <p:nvSpPr>
            <p:cNvPr id="1100" name="Google Shape;1100;p86"/>
            <p:cNvSpPr/>
            <p:nvPr/>
          </p:nvSpPr>
          <p:spPr>
            <a:xfrm>
              <a:off x="259157" y="675175"/>
              <a:ext cx="1659600" cy="19071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8099999" dist="9525">
                <a:srgbClr val="000000">
                  <a:alpha val="706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86"/>
            <p:cNvSpPr/>
            <p:nvPr/>
          </p:nvSpPr>
          <p:spPr>
            <a:xfrm>
              <a:off x="259157" y="675175"/>
              <a:ext cx="30900" cy="1907100"/>
            </a:xfrm>
            <a:prstGeom prst="rect">
              <a:avLst/>
            </a:prstGeom>
            <a:solidFill>
              <a:srgbClr val="1A70F1"/>
            </a:solidFill>
            <a:ln cap="flat" cmpd="sng" w="9525">
              <a:solidFill>
                <a:srgbClr val="1A70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86"/>
            <p:cNvSpPr/>
            <p:nvPr/>
          </p:nvSpPr>
          <p:spPr>
            <a:xfrm>
              <a:off x="327751" y="743750"/>
              <a:ext cx="582000" cy="137400"/>
            </a:xfrm>
            <a:prstGeom prst="rect">
              <a:avLst/>
            </a:prstGeom>
            <a:solidFill>
              <a:srgbClr val="EEF3FF"/>
            </a:solidFill>
            <a:ln cap="flat" cmpd="sng" w="9525">
              <a:solidFill>
                <a:srgbClr val="EEF3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86"/>
            <p:cNvSpPr/>
            <p:nvPr/>
          </p:nvSpPr>
          <p:spPr>
            <a:xfrm>
              <a:off x="327750" y="749425"/>
              <a:ext cx="5820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8_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impact_tier}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86"/>
            <p:cNvSpPr/>
            <p:nvPr/>
          </p:nvSpPr>
          <p:spPr>
            <a:xfrm>
              <a:off x="1667753" y="743750"/>
              <a:ext cx="2169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8B8B92"/>
                </a:buClr>
                <a:buSzPts val="500"/>
                <a:buFont typeface="DM Sans"/>
                <a:buNone/>
              </a:pP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8_</a:t>
              </a: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id}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86"/>
            <p:cNvSpPr/>
            <p:nvPr/>
          </p:nvSpPr>
          <p:spPr>
            <a:xfrm>
              <a:off x="327732" y="915200"/>
              <a:ext cx="15225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4"/>
                </a:buClr>
                <a:buSzPts val="700"/>
                <a:buFont typeface="DM Sans"/>
                <a:buNone/>
              </a:pP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8_</a:t>
              </a: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title}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86"/>
            <p:cNvSpPr/>
            <p:nvPr/>
          </p:nvSpPr>
          <p:spPr>
            <a:xfrm>
              <a:off x="327750" y="1233649"/>
              <a:ext cx="15225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8_</a:t>
              </a: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card_summary}</a:t>
              </a:r>
              <a:endParaRPr b="0" i="0" sz="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86"/>
            <p:cNvSpPr/>
            <p:nvPr/>
          </p:nvSpPr>
          <p:spPr>
            <a:xfrm>
              <a:off x="327738" y="1758739"/>
              <a:ext cx="1522500" cy="411600"/>
            </a:xfrm>
            <a:prstGeom prst="rect">
              <a:avLst/>
            </a:prstGeom>
            <a:solidFill>
              <a:srgbClr val="EEF3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86"/>
            <p:cNvSpPr/>
            <p:nvPr/>
          </p:nvSpPr>
          <p:spPr>
            <a:xfrm>
              <a:off x="355170" y="1779313"/>
              <a:ext cx="14676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1100"/>
                <a:buFont typeface="DM Sans"/>
                <a:buNone/>
              </a:pP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8_</a:t>
              </a: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value_stat_num}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86"/>
            <p:cNvSpPr/>
            <p:nvPr/>
          </p:nvSpPr>
          <p:spPr>
            <a:xfrm>
              <a:off x="355170" y="1964479"/>
              <a:ext cx="14676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8_</a:t>
              </a: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value_stat_lbl}</a:t>
              </a:r>
              <a:endPara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86"/>
            <p:cNvSpPr/>
            <p:nvPr/>
          </p:nvSpPr>
          <p:spPr>
            <a:xfrm>
              <a:off x="327738" y="2197651"/>
              <a:ext cx="1522500" cy="1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8_</a:t>
              </a: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department}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8_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 value_tag}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3" name="Google Shape;1113;p86"/>
          <p:cNvGrpSpPr/>
          <p:nvPr/>
        </p:nvGrpSpPr>
        <p:grpSpPr>
          <a:xfrm>
            <a:off x="5420807" y="2681100"/>
            <a:ext cx="1659600" cy="1907100"/>
            <a:chOff x="259157" y="675175"/>
            <a:chExt cx="1659600" cy="1907100"/>
          </a:xfrm>
        </p:grpSpPr>
        <p:sp>
          <p:nvSpPr>
            <p:cNvPr id="1114" name="Google Shape;1114;p86"/>
            <p:cNvSpPr/>
            <p:nvPr/>
          </p:nvSpPr>
          <p:spPr>
            <a:xfrm>
              <a:off x="259157" y="675175"/>
              <a:ext cx="1659600" cy="19071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8099999" dist="9525">
                <a:srgbClr val="000000">
                  <a:alpha val="706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86"/>
            <p:cNvSpPr/>
            <p:nvPr/>
          </p:nvSpPr>
          <p:spPr>
            <a:xfrm>
              <a:off x="259157" y="675175"/>
              <a:ext cx="30900" cy="1907100"/>
            </a:xfrm>
            <a:prstGeom prst="rect">
              <a:avLst/>
            </a:prstGeom>
            <a:solidFill>
              <a:srgbClr val="1A70F1"/>
            </a:solidFill>
            <a:ln cap="flat" cmpd="sng" w="9525">
              <a:solidFill>
                <a:srgbClr val="1A70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86"/>
            <p:cNvSpPr/>
            <p:nvPr/>
          </p:nvSpPr>
          <p:spPr>
            <a:xfrm>
              <a:off x="327751" y="743750"/>
              <a:ext cx="582000" cy="137400"/>
            </a:xfrm>
            <a:prstGeom prst="rect">
              <a:avLst/>
            </a:prstGeom>
            <a:solidFill>
              <a:srgbClr val="EEF3FF"/>
            </a:solidFill>
            <a:ln cap="flat" cmpd="sng" w="9525">
              <a:solidFill>
                <a:srgbClr val="EEF3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86"/>
            <p:cNvSpPr/>
            <p:nvPr/>
          </p:nvSpPr>
          <p:spPr>
            <a:xfrm>
              <a:off x="327750" y="749425"/>
              <a:ext cx="5820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9_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impact_tier}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86"/>
            <p:cNvSpPr/>
            <p:nvPr/>
          </p:nvSpPr>
          <p:spPr>
            <a:xfrm>
              <a:off x="1667753" y="743750"/>
              <a:ext cx="2169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8B8B92"/>
                </a:buClr>
                <a:buSzPts val="500"/>
                <a:buFont typeface="DM Sans"/>
                <a:buNone/>
              </a:pP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9_</a:t>
              </a: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id}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86"/>
            <p:cNvSpPr/>
            <p:nvPr/>
          </p:nvSpPr>
          <p:spPr>
            <a:xfrm>
              <a:off x="327732" y="915200"/>
              <a:ext cx="15225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4"/>
                </a:buClr>
                <a:buSzPts val="700"/>
                <a:buFont typeface="DM Sans"/>
                <a:buNone/>
              </a:pP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9_</a:t>
              </a: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title}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86"/>
            <p:cNvSpPr/>
            <p:nvPr/>
          </p:nvSpPr>
          <p:spPr>
            <a:xfrm>
              <a:off x="327750" y="1233649"/>
              <a:ext cx="15225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9_</a:t>
              </a: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card_summary}</a:t>
              </a:r>
              <a:endParaRPr b="0" i="0" sz="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86"/>
            <p:cNvSpPr/>
            <p:nvPr/>
          </p:nvSpPr>
          <p:spPr>
            <a:xfrm>
              <a:off x="327738" y="1758739"/>
              <a:ext cx="1522500" cy="411600"/>
            </a:xfrm>
            <a:prstGeom prst="rect">
              <a:avLst/>
            </a:prstGeom>
            <a:solidFill>
              <a:srgbClr val="EEF3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86"/>
            <p:cNvSpPr/>
            <p:nvPr/>
          </p:nvSpPr>
          <p:spPr>
            <a:xfrm>
              <a:off x="355170" y="1779313"/>
              <a:ext cx="14676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1100"/>
                <a:buFont typeface="DM Sans"/>
                <a:buNone/>
              </a:pP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9_</a:t>
              </a: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value_stat_num}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86"/>
            <p:cNvSpPr/>
            <p:nvPr/>
          </p:nvSpPr>
          <p:spPr>
            <a:xfrm>
              <a:off x="355170" y="1964479"/>
              <a:ext cx="14676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9_</a:t>
              </a: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value_stat_lbl}</a:t>
              </a:r>
              <a:endPara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86"/>
            <p:cNvSpPr/>
            <p:nvPr/>
          </p:nvSpPr>
          <p:spPr>
            <a:xfrm>
              <a:off x="327738" y="2197651"/>
              <a:ext cx="1522500" cy="1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9_</a:t>
              </a: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department}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9_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 value_tag}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7" name="Google Shape;1127;p86"/>
          <p:cNvGrpSpPr/>
          <p:nvPr/>
        </p:nvGrpSpPr>
        <p:grpSpPr>
          <a:xfrm>
            <a:off x="7141357" y="675175"/>
            <a:ext cx="1659600" cy="1907100"/>
            <a:chOff x="259157" y="675175"/>
            <a:chExt cx="1659600" cy="1907100"/>
          </a:xfrm>
        </p:grpSpPr>
        <p:sp>
          <p:nvSpPr>
            <p:cNvPr id="1128" name="Google Shape;1128;p86"/>
            <p:cNvSpPr/>
            <p:nvPr/>
          </p:nvSpPr>
          <p:spPr>
            <a:xfrm>
              <a:off x="259157" y="675175"/>
              <a:ext cx="1659600" cy="19071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8099999" dist="9525">
                <a:srgbClr val="000000">
                  <a:alpha val="706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86"/>
            <p:cNvSpPr/>
            <p:nvPr/>
          </p:nvSpPr>
          <p:spPr>
            <a:xfrm>
              <a:off x="259157" y="675175"/>
              <a:ext cx="30900" cy="1907100"/>
            </a:xfrm>
            <a:prstGeom prst="rect">
              <a:avLst/>
            </a:prstGeom>
            <a:solidFill>
              <a:srgbClr val="1A70F1"/>
            </a:solidFill>
            <a:ln cap="flat" cmpd="sng" w="9525">
              <a:solidFill>
                <a:srgbClr val="1A70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86"/>
            <p:cNvSpPr/>
            <p:nvPr/>
          </p:nvSpPr>
          <p:spPr>
            <a:xfrm>
              <a:off x="327751" y="743750"/>
              <a:ext cx="582000" cy="137400"/>
            </a:xfrm>
            <a:prstGeom prst="rect">
              <a:avLst/>
            </a:prstGeom>
            <a:solidFill>
              <a:srgbClr val="EEF3FF"/>
            </a:solidFill>
            <a:ln cap="flat" cmpd="sng" w="9525">
              <a:solidFill>
                <a:srgbClr val="EEF3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86"/>
            <p:cNvSpPr/>
            <p:nvPr/>
          </p:nvSpPr>
          <p:spPr>
            <a:xfrm>
              <a:off x="327750" y="749425"/>
              <a:ext cx="5820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5_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impact_tier}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86"/>
            <p:cNvSpPr/>
            <p:nvPr/>
          </p:nvSpPr>
          <p:spPr>
            <a:xfrm>
              <a:off x="1667753" y="743750"/>
              <a:ext cx="2169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8B8B92"/>
                </a:buClr>
                <a:buSzPts val="500"/>
                <a:buFont typeface="DM Sans"/>
                <a:buNone/>
              </a:pP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5_</a:t>
              </a: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id}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86"/>
            <p:cNvSpPr/>
            <p:nvPr/>
          </p:nvSpPr>
          <p:spPr>
            <a:xfrm>
              <a:off x="327732" y="915200"/>
              <a:ext cx="15225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4"/>
                </a:buClr>
                <a:buSzPts val="700"/>
                <a:buFont typeface="DM Sans"/>
                <a:buNone/>
              </a:pP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5_</a:t>
              </a: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title}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86"/>
            <p:cNvSpPr/>
            <p:nvPr/>
          </p:nvSpPr>
          <p:spPr>
            <a:xfrm>
              <a:off x="327750" y="1233649"/>
              <a:ext cx="15225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5_</a:t>
              </a: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card_summary}</a:t>
              </a:r>
              <a:endParaRPr b="0" i="0" sz="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86"/>
            <p:cNvSpPr/>
            <p:nvPr/>
          </p:nvSpPr>
          <p:spPr>
            <a:xfrm>
              <a:off x="327738" y="1758739"/>
              <a:ext cx="1522500" cy="411600"/>
            </a:xfrm>
            <a:prstGeom prst="rect">
              <a:avLst/>
            </a:prstGeom>
            <a:solidFill>
              <a:srgbClr val="EEF3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86"/>
            <p:cNvSpPr/>
            <p:nvPr/>
          </p:nvSpPr>
          <p:spPr>
            <a:xfrm>
              <a:off x="355170" y="1779313"/>
              <a:ext cx="14676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1100"/>
                <a:buFont typeface="DM Sans"/>
                <a:buNone/>
              </a:pP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5_</a:t>
              </a: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value_stat_num}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86"/>
            <p:cNvSpPr/>
            <p:nvPr/>
          </p:nvSpPr>
          <p:spPr>
            <a:xfrm>
              <a:off x="355170" y="1964479"/>
              <a:ext cx="14676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5_</a:t>
              </a: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value_stat_lbl}</a:t>
              </a:r>
              <a:endPara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86"/>
            <p:cNvSpPr/>
            <p:nvPr/>
          </p:nvSpPr>
          <p:spPr>
            <a:xfrm>
              <a:off x="327738" y="2197651"/>
              <a:ext cx="1522500" cy="1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5_</a:t>
              </a: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department}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5_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 value_tag}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1" name="Google Shape;1141;p86"/>
          <p:cNvGrpSpPr/>
          <p:nvPr/>
        </p:nvGrpSpPr>
        <p:grpSpPr>
          <a:xfrm>
            <a:off x="7141357" y="2681100"/>
            <a:ext cx="1659600" cy="1907100"/>
            <a:chOff x="259157" y="675175"/>
            <a:chExt cx="1659600" cy="1907100"/>
          </a:xfrm>
        </p:grpSpPr>
        <p:sp>
          <p:nvSpPr>
            <p:cNvPr id="1142" name="Google Shape;1142;p86"/>
            <p:cNvSpPr/>
            <p:nvPr/>
          </p:nvSpPr>
          <p:spPr>
            <a:xfrm>
              <a:off x="259157" y="675175"/>
              <a:ext cx="1659600" cy="19071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8099999" dist="9525">
                <a:srgbClr val="000000">
                  <a:alpha val="706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86"/>
            <p:cNvSpPr/>
            <p:nvPr/>
          </p:nvSpPr>
          <p:spPr>
            <a:xfrm>
              <a:off x="259157" y="675175"/>
              <a:ext cx="30900" cy="1907100"/>
            </a:xfrm>
            <a:prstGeom prst="rect">
              <a:avLst/>
            </a:prstGeom>
            <a:solidFill>
              <a:srgbClr val="1A70F1"/>
            </a:solidFill>
            <a:ln cap="flat" cmpd="sng" w="9525">
              <a:solidFill>
                <a:srgbClr val="1A70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86"/>
            <p:cNvSpPr/>
            <p:nvPr/>
          </p:nvSpPr>
          <p:spPr>
            <a:xfrm>
              <a:off x="327751" y="743750"/>
              <a:ext cx="582000" cy="137400"/>
            </a:xfrm>
            <a:prstGeom prst="rect">
              <a:avLst/>
            </a:prstGeom>
            <a:solidFill>
              <a:srgbClr val="EEF3FF"/>
            </a:solidFill>
            <a:ln cap="flat" cmpd="sng" w="9525">
              <a:solidFill>
                <a:srgbClr val="EEF3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86"/>
            <p:cNvSpPr/>
            <p:nvPr/>
          </p:nvSpPr>
          <p:spPr>
            <a:xfrm>
              <a:off x="327750" y="749425"/>
              <a:ext cx="5820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{10_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impact_tier}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86"/>
            <p:cNvSpPr/>
            <p:nvPr/>
          </p:nvSpPr>
          <p:spPr>
            <a:xfrm>
              <a:off x="1667753" y="743750"/>
              <a:ext cx="2169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8B8B92"/>
                </a:buClr>
                <a:buSzPts val="500"/>
                <a:buFont typeface="DM Sans"/>
                <a:buNone/>
              </a:pP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{10_</a:t>
              </a:r>
              <a:r>
                <a:rPr lang="en" sz="500">
                  <a:solidFill>
                    <a:srgbClr val="8B8B92"/>
                  </a:solidFill>
                  <a:latin typeface="DM Sans"/>
                  <a:ea typeface="DM Sans"/>
                  <a:cs typeface="DM Sans"/>
                  <a:sym typeface="DM Sans"/>
                </a:rPr>
                <a:t>id}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86"/>
            <p:cNvSpPr/>
            <p:nvPr/>
          </p:nvSpPr>
          <p:spPr>
            <a:xfrm>
              <a:off x="327732" y="915200"/>
              <a:ext cx="15225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4"/>
                </a:buClr>
                <a:buSzPts val="700"/>
                <a:buFont typeface="DM Sans"/>
                <a:buNone/>
              </a:pP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{10_</a:t>
              </a:r>
              <a:r>
                <a:rPr b="1" lang="en" sz="800">
                  <a:solidFill>
                    <a:srgbClr val="111114"/>
                  </a:solidFill>
                  <a:latin typeface="DM Sans"/>
                  <a:ea typeface="DM Sans"/>
                  <a:cs typeface="DM Sans"/>
                  <a:sym typeface="DM Sans"/>
                </a:rPr>
                <a:t>title}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86"/>
            <p:cNvSpPr/>
            <p:nvPr/>
          </p:nvSpPr>
          <p:spPr>
            <a:xfrm>
              <a:off x="327750" y="1233649"/>
              <a:ext cx="15225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{10_</a:t>
              </a:r>
              <a:r>
                <a:rPr lang="en" sz="65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card_summary}</a:t>
              </a:r>
              <a:endParaRPr b="0" i="0" sz="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86"/>
            <p:cNvSpPr/>
            <p:nvPr/>
          </p:nvSpPr>
          <p:spPr>
            <a:xfrm>
              <a:off x="327738" y="1758739"/>
              <a:ext cx="1522500" cy="411600"/>
            </a:xfrm>
            <a:prstGeom prst="rect">
              <a:avLst/>
            </a:prstGeom>
            <a:solidFill>
              <a:srgbClr val="EEF3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86"/>
            <p:cNvSpPr/>
            <p:nvPr/>
          </p:nvSpPr>
          <p:spPr>
            <a:xfrm>
              <a:off x="355170" y="1779313"/>
              <a:ext cx="14676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1100"/>
                <a:buFont typeface="DM Sans"/>
                <a:buNone/>
              </a:pP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{10_</a:t>
              </a:r>
              <a:r>
                <a:rPr b="1" lang="en" sz="11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value_stat_num}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86"/>
            <p:cNvSpPr/>
            <p:nvPr/>
          </p:nvSpPr>
          <p:spPr>
            <a:xfrm>
              <a:off x="355170" y="1964479"/>
              <a:ext cx="14676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{10_</a:t>
              </a:r>
              <a:r>
                <a:rPr lang="en" sz="6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value_stat_lbl}</a:t>
              </a:r>
              <a:endPara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86"/>
            <p:cNvSpPr/>
            <p:nvPr/>
          </p:nvSpPr>
          <p:spPr>
            <a:xfrm>
              <a:off x="327738" y="2197651"/>
              <a:ext cx="1522500" cy="1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66"/>
                </a:buClr>
                <a:buSzPts val="500"/>
                <a:buFont typeface="DM Sans"/>
                <a:buNone/>
              </a:pP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{10_</a:t>
              </a:r>
              <a:r>
                <a:rPr i="1" lang="en" sz="500">
                  <a:solidFill>
                    <a:srgbClr val="5F5F66"/>
                  </a:solidFill>
                  <a:latin typeface="DM Sans"/>
                  <a:ea typeface="DM Sans"/>
                  <a:cs typeface="DM Sans"/>
                  <a:sym typeface="DM Sans"/>
                </a:rPr>
                <a:t>department}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solidFill>
              <a:srgbClr val="FFFFFF"/>
            </a:solidFill>
            <a:ln cap="flat" cmpd="sng" w="7150">
              <a:solidFill>
                <a:srgbClr val="E5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86"/>
            <p:cNvSpPr/>
            <p:nvPr/>
          </p:nvSpPr>
          <p:spPr>
            <a:xfrm>
              <a:off x="327738" y="2334811"/>
              <a:ext cx="1522500" cy="1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A70F1"/>
                </a:buClr>
                <a:buSzPts val="500"/>
                <a:buFont typeface="DM Sans"/>
                <a:buNone/>
              </a:pP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{10_</a:t>
              </a:r>
              <a:r>
                <a:rPr b="1" lang="en" sz="500">
                  <a:solidFill>
                    <a:srgbClr val="1A70F1"/>
                  </a:solidFill>
                  <a:latin typeface="DM Sans"/>
                  <a:ea typeface="DM Sans"/>
                  <a:cs typeface="DM Sans"/>
                  <a:sym typeface="DM Sans"/>
                </a:rPr>
                <a:t> value_tag}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Legend 100"/>
          <p:cNvSpPr/>
          <p:nvPr/>
        </p:nvSpPr>
        <p:spPr>
          <a:xfrm>
            <a:off x="323850" y="190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rgbClr val="11111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Card styling &amp; color coding</a:t>
            </a:r>
          </a:p>
        </p:txBody>
      </p:sp>
      <p:sp>
        <p:nvSpPr>
          <p:cNvPr id="101" name="Legend 101"/>
          <p:cNvSpPr/>
          <p:nvPr/>
        </p:nvSpPr>
        <p:spPr>
          <a:xfrm>
            <a:off x="323850" y="628650"/>
            <a:ext cx="457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 b="1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Impact tier — sets the chip and the left accent bar</a:t>
            </a:r>
          </a:p>
        </p:txBody>
      </p:sp>
      <p:sp>
        <p:nvSpPr>
          <p:cNvPr id="102" name="Legend 102"/>
          <p:cNvSpPr/>
          <p:nvPr/>
        </p:nvSpPr>
        <p:spPr>
          <a:xfrm>
            <a:off x="5295900" y="628650"/>
            <a:ext cx="3524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 b="1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Shared tokens</a:t>
            </a:r>
          </a:p>
        </p:txBody>
      </p:sp>
      <p:sp>
        <p:nvSpPr>
          <p:cNvPr id="103" name="Legend 103"/>
          <p:cNvSpPr/>
          <p:nvPr/>
        </p:nvSpPr>
        <p:spPr>
          <a:xfrm>
            <a:off x="5029200" y="609600"/>
            <a:ext cx="9525" cy="2247900"/>
          </a:xfrm>
          <a:prstGeom prst="rect">
            <a:avLst/>
          </a:prstGeom>
          <a:solidFill>
            <a:srgbClr val="E5E5E9"/>
          </a:solidFill>
          <a:ln>
            <a:noFill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/>
            <a:endParaRPr/>
          </a:p>
        </p:txBody>
      </p:sp>
      <p:sp>
        <p:nvSpPr>
          <p:cNvPr id="104" name="Legend 104"/>
          <p:cNvSpPr/>
          <p:nvPr/>
        </p:nvSpPr>
        <p:spPr>
          <a:xfrm>
            <a:off x="323850" y="876300"/>
            <a:ext cx="1447800" cy="18669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 cap="flat">
            <a:solidFill>
              <a:srgbClr val="E5E5E9"/>
            </a:solidFill>
            <a:prstDash val="solid"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/>
            <a:endParaRPr/>
          </a:p>
        </p:txBody>
      </p:sp>
      <p:sp>
        <p:nvSpPr>
          <p:cNvPr id="105" name="Legend 105"/>
          <p:cNvSpPr/>
          <p:nvPr/>
        </p:nvSpPr>
        <p:spPr>
          <a:xfrm>
            <a:off x="323850" y="876300"/>
            <a:ext cx="38100" cy="1866900"/>
          </a:xfrm>
          <a:prstGeom prst="rect">
            <a:avLst/>
          </a:prstGeom>
          <a:solidFill>
            <a:srgbClr val="1A70F1"/>
          </a:solidFill>
          <a:ln>
            <a:noFill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/>
            <a:endParaRPr/>
          </a:p>
        </p:txBody>
      </p:sp>
      <p:sp>
        <p:nvSpPr>
          <p:cNvPr id="106" name="Legend 106"/>
          <p:cNvSpPr/>
          <p:nvPr/>
        </p:nvSpPr>
        <p:spPr>
          <a:xfrm>
            <a:off x="428625" y="1000125"/>
            <a:ext cx="933450" cy="161925"/>
          </a:xfrm>
          <a:prstGeom prst="roundRect">
            <a:avLst>
              <a:gd name="adj" fmla="val 50000"/>
            </a:avLst>
          </a:prstGeom>
          <a:solidFill>
            <a:srgbClr val="1A70F1"/>
          </a:solidFill>
          <a:ln w="9525" cap="flat">
            <a:solidFill>
              <a:srgbClr val="1A70F1"/>
            </a:solidFill>
            <a:prstDash val="solid"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75" b="1" spc="3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HIGH IMPACT</a:t>
            </a:r>
          </a:p>
        </p:txBody>
      </p:sp>
      <p:sp>
        <p:nvSpPr>
          <p:cNvPr id="107" name="Legend 107"/>
          <p:cNvSpPr/>
          <p:nvPr/>
        </p:nvSpPr>
        <p:spPr>
          <a:xfrm>
            <a:off x="1371600" y="1000125"/>
            <a:ext cx="2952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8B8B92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</a:p>
        </p:txBody>
      </p:sp>
      <p:sp>
        <p:nvSpPr>
          <p:cNvPr id="108" name="Legend 108"/>
          <p:cNvSpPr/>
          <p:nvPr/>
        </p:nvSpPr>
        <p:spPr>
          <a:xfrm>
            <a:off x="428625" y="1257300"/>
            <a:ext cx="125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 b="1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Use case title</a:t>
            </a:r>
          </a:p>
        </p:txBody>
      </p:sp>
      <p:sp>
        <p:nvSpPr>
          <p:cNvPr id="109" name="Legend 109"/>
          <p:cNvSpPr/>
          <p:nvPr/>
        </p:nvSpPr>
        <p:spPr>
          <a:xfrm>
            <a:off x="428625" y="1581150"/>
            <a:ext cx="1257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13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What the app does, one line.</a:t>
            </a:r>
          </a:p>
        </p:txBody>
      </p:sp>
      <p:sp>
        <p:nvSpPr>
          <p:cNvPr id="110" name="Legend 110"/>
          <p:cNvSpPr/>
          <p:nvPr/>
        </p:nvSpPr>
        <p:spPr>
          <a:xfrm>
            <a:off x="428625" y="1924050"/>
            <a:ext cx="1257300" cy="438150"/>
          </a:xfrm>
          <a:prstGeom prst="roundRect">
            <a:avLst>
              <a:gd name="adj" fmla="val 13043"/>
            </a:avLst>
          </a:prstGeom>
          <a:solidFill>
            <a:srgbClr val="EEF3FF"/>
          </a:solidFill>
          <a:ln>
            <a:noFill/>
          </a:ln>
        </p:spPr>
        <p:txBody>
          <a:bodyPr anchorCtr="0" anchor="t" bIns="76200" lIns="76200" spcFirstLastPara="1" rIns="76200" tIns="7620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5" b="1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30–40%</a:t>
            </a: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lang="en" sz="675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study cycle cut</a:t>
            </a:r>
          </a:p>
        </p:txBody>
      </p:sp>
      <p:sp>
        <p:nvSpPr>
          <p:cNvPr id="111" name="Legend 111"/>
          <p:cNvSpPr/>
          <p:nvPr/>
        </p:nvSpPr>
        <p:spPr>
          <a:xfrm>
            <a:off x="428625" y="2457450"/>
            <a:ext cx="12573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75" b="1" spc="53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VALUE TAG</a:t>
            </a:r>
          </a:p>
        </p:txBody>
      </p:sp>
      <p:sp>
        <p:nvSpPr>
          <p:cNvPr id="112" name="Legend 112"/>
          <p:cNvSpPr/>
          <p:nvPr/>
        </p:nvSpPr>
        <p:spPr>
          <a:xfrm>
            <a:off x="323850" y="2838450"/>
            <a:ext cx="1447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HIGH IMPACT</a:t>
            </a: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lang="en" sz="675">
                <a:solidFill>
                  <a:srgbClr val="5F5F66"/>
                </a:solidFill>
                <a:latin typeface="DM Mono"/>
                <a:ea typeface="DM Mono"/>
                <a:cs typeface="DM Mono"/>
                <a:sym typeface="DM Mono"/>
              </a:rPr>
              <a:t>chip  #1A70F1 / #FFFFFF</a:t>
            </a: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" sz="675">
                <a:solidFill>
                  <a:srgbClr val="5F5F66"/>
                </a:solidFill>
                <a:latin typeface="DM Mono"/>
                <a:ea typeface="DM Mono"/>
                <a:cs typeface="DM Mono"/>
                <a:sym typeface="DM Mono"/>
              </a:rPr>
              <a:t>accent bar  #1A70F1</a:t>
            </a:r>
          </a:p>
        </p:txBody>
      </p:sp>
      <p:sp>
        <p:nvSpPr>
          <p:cNvPr id="113" name="Legend 113"/>
          <p:cNvSpPr/>
          <p:nvPr/>
        </p:nvSpPr>
        <p:spPr>
          <a:xfrm>
            <a:off x="1885950" y="876300"/>
            <a:ext cx="1447800" cy="18669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 cap="flat">
            <a:solidFill>
              <a:srgbClr val="E5E5E9"/>
            </a:solidFill>
            <a:prstDash val="solid"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/>
            <a:endParaRPr/>
          </a:p>
        </p:txBody>
      </p:sp>
      <p:sp>
        <p:nvSpPr>
          <p:cNvPr id="114" name="Legend 114"/>
          <p:cNvSpPr/>
          <p:nvPr/>
        </p:nvSpPr>
        <p:spPr>
          <a:xfrm>
            <a:off x="1885950" y="876300"/>
            <a:ext cx="38100" cy="1866900"/>
          </a:xfrm>
          <a:prstGeom prst="rect">
            <a:avLst/>
          </a:prstGeom>
          <a:solidFill>
            <a:srgbClr val="7FA8F0"/>
          </a:solidFill>
          <a:ln>
            <a:noFill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/>
            <a:endParaRPr/>
          </a:p>
        </p:txBody>
      </p:sp>
      <p:sp>
        <p:nvSpPr>
          <p:cNvPr id="115" name="Legend 115"/>
          <p:cNvSpPr/>
          <p:nvPr/>
        </p:nvSpPr>
        <p:spPr>
          <a:xfrm>
            <a:off x="1990725" y="1000125"/>
            <a:ext cx="933450" cy="161925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9525" cap="flat">
            <a:solidFill>
              <a:srgbClr val="DCE6FE"/>
            </a:solidFill>
            <a:prstDash val="solid"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75" b="1" spc="30">
                <a:solidFill>
                  <a:srgbClr val="1660D6"/>
                </a:solidFill>
                <a:latin typeface="DM Sans"/>
                <a:ea typeface="DM Sans"/>
                <a:cs typeface="DM Sans"/>
                <a:sym typeface="DM Sans"/>
              </a:rPr>
              <a:t>QUICK WIN</a:t>
            </a:r>
          </a:p>
        </p:txBody>
      </p:sp>
      <p:sp>
        <p:nvSpPr>
          <p:cNvPr id="116" name="Legend 116"/>
          <p:cNvSpPr/>
          <p:nvPr/>
        </p:nvSpPr>
        <p:spPr>
          <a:xfrm>
            <a:off x="2933700" y="1000125"/>
            <a:ext cx="2952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8B8B92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  <p:sp>
        <p:nvSpPr>
          <p:cNvPr id="117" name="Legend 117"/>
          <p:cNvSpPr/>
          <p:nvPr/>
        </p:nvSpPr>
        <p:spPr>
          <a:xfrm>
            <a:off x="1990725" y="1257300"/>
            <a:ext cx="125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 b="1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Use case title</a:t>
            </a:r>
          </a:p>
        </p:txBody>
      </p:sp>
      <p:sp>
        <p:nvSpPr>
          <p:cNvPr id="118" name="Legend 118"/>
          <p:cNvSpPr/>
          <p:nvPr/>
        </p:nvSpPr>
        <p:spPr>
          <a:xfrm>
            <a:off x="1990725" y="1581150"/>
            <a:ext cx="1257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13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What the app does, one line.</a:t>
            </a:r>
          </a:p>
        </p:txBody>
      </p:sp>
      <p:sp>
        <p:nvSpPr>
          <p:cNvPr id="119" name="Legend 119"/>
          <p:cNvSpPr/>
          <p:nvPr/>
        </p:nvSpPr>
        <p:spPr>
          <a:xfrm>
            <a:off x="1990725" y="1924050"/>
            <a:ext cx="1257300" cy="438150"/>
          </a:xfrm>
          <a:prstGeom prst="roundRect">
            <a:avLst>
              <a:gd name="adj" fmla="val 13043"/>
            </a:avLst>
          </a:prstGeom>
          <a:solidFill>
            <a:srgbClr val="EEF3FF"/>
          </a:solidFill>
          <a:ln>
            <a:noFill/>
          </a:ln>
        </p:spPr>
        <p:txBody>
          <a:bodyPr anchorCtr="0" anchor="t" bIns="76200" lIns="76200" spcFirstLastPara="1" rIns="76200" tIns="7620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5" b="1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3–5%</a:t>
            </a: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lang="en" sz="675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errors caught</a:t>
            </a:r>
          </a:p>
        </p:txBody>
      </p:sp>
      <p:sp>
        <p:nvSpPr>
          <p:cNvPr id="120" name="Legend 120"/>
          <p:cNvSpPr/>
          <p:nvPr/>
        </p:nvSpPr>
        <p:spPr>
          <a:xfrm>
            <a:off x="1990725" y="2457450"/>
            <a:ext cx="12573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75" b="1" spc="53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VALUE TAG</a:t>
            </a:r>
          </a:p>
        </p:txBody>
      </p:sp>
      <p:sp>
        <p:nvSpPr>
          <p:cNvPr id="121" name="Legend 121"/>
          <p:cNvSpPr/>
          <p:nvPr/>
        </p:nvSpPr>
        <p:spPr>
          <a:xfrm>
            <a:off x="1885950" y="2838450"/>
            <a:ext cx="1447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QUICK WIN</a:t>
            </a: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lang="en" sz="675">
                <a:solidFill>
                  <a:srgbClr val="5F5F66"/>
                </a:solidFill>
                <a:latin typeface="DM Mono"/>
                <a:ea typeface="DM Mono"/>
                <a:cs typeface="DM Mono"/>
                <a:sym typeface="DM Mono"/>
              </a:rPr>
              <a:t>chip  #EEF3FF / #1660D6</a:t>
            </a: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" sz="675">
                <a:solidFill>
                  <a:srgbClr val="5F5F66"/>
                </a:solidFill>
                <a:latin typeface="DM Mono"/>
                <a:ea typeface="DM Mono"/>
                <a:cs typeface="DM Mono"/>
                <a:sym typeface="DM Mono"/>
              </a:rPr>
              <a:t>accent bar  #7FA8F0</a:t>
            </a:r>
          </a:p>
        </p:txBody>
      </p:sp>
      <p:sp>
        <p:nvSpPr>
          <p:cNvPr id="122" name="Legend 122"/>
          <p:cNvSpPr/>
          <p:nvPr/>
        </p:nvSpPr>
        <p:spPr>
          <a:xfrm>
            <a:off x="3448050" y="876300"/>
            <a:ext cx="1447800" cy="18669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 cap="flat">
            <a:solidFill>
              <a:srgbClr val="E5E5E9"/>
            </a:solidFill>
            <a:prstDash val="solid"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/>
            <a:endParaRPr/>
          </a:p>
        </p:txBody>
      </p:sp>
      <p:sp>
        <p:nvSpPr>
          <p:cNvPr id="123" name="Legend 123"/>
          <p:cNvSpPr/>
          <p:nvPr/>
        </p:nvSpPr>
        <p:spPr>
          <a:xfrm>
            <a:off x="3448050" y="876300"/>
            <a:ext cx="38100" cy="1866900"/>
          </a:xfrm>
          <a:prstGeom prst="rect">
            <a:avLst/>
          </a:prstGeom>
          <a:solidFill>
            <a:srgbClr val="C9C9D0"/>
          </a:solidFill>
          <a:ln>
            <a:noFill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/>
            <a:endParaRPr/>
          </a:p>
        </p:txBody>
      </p:sp>
      <p:sp>
        <p:nvSpPr>
          <p:cNvPr id="124" name="Legend 124"/>
          <p:cNvSpPr/>
          <p:nvPr/>
        </p:nvSpPr>
        <p:spPr>
          <a:xfrm>
            <a:off x="3552825" y="1000125"/>
            <a:ext cx="933450" cy="161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 cap="flat">
            <a:solidFill>
              <a:srgbClr val="D6D6DB"/>
            </a:solidFill>
            <a:prstDash val="solid"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75" b="1" spc="30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INSIGHT</a:t>
            </a:r>
          </a:p>
        </p:txBody>
      </p:sp>
      <p:sp>
        <p:nvSpPr>
          <p:cNvPr id="125" name="Legend 125"/>
          <p:cNvSpPr/>
          <p:nvPr/>
        </p:nvSpPr>
        <p:spPr>
          <a:xfrm>
            <a:off x="4495800" y="1000125"/>
            <a:ext cx="2952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8B8B92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</a:p>
        </p:txBody>
      </p:sp>
      <p:sp>
        <p:nvSpPr>
          <p:cNvPr id="126" name="Legend 126"/>
          <p:cNvSpPr/>
          <p:nvPr/>
        </p:nvSpPr>
        <p:spPr>
          <a:xfrm>
            <a:off x="3552825" y="1257300"/>
            <a:ext cx="125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 b="1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Use case title</a:t>
            </a:r>
          </a:p>
        </p:txBody>
      </p:sp>
      <p:sp>
        <p:nvSpPr>
          <p:cNvPr id="127" name="Legend 127"/>
          <p:cNvSpPr/>
          <p:nvPr/>
        </p:nvSpPr>
        <p:spPr>
          <a:xfrm>
            <a:off x="3552825" y="1581150"/>
            <a:ext cx="1257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13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What the app does, one line.</a:t>
            </a:r>
          </a:p>
        </p:txBody>
      </p:sp>
      <p:sp>
        <p:nvSpPr>
          <p:cNvPr id="128" name="Legend 128"/>
          <p:cNvSpPr/>
          <p:nvPr/>
        </p:nvSpPr>
        <p:spPr>
          <a:xfrm>
            <a:off x="3552825" y="1924050"/>
            <a:ext cx="1257300" cy="438150"/>
          </a:xfrm>
          <a:prstGeom prst="roundRect">
            <a:avLst>
              <a:gd name="adj" fmla="val 13043"/>
            </a:avLst>
          </a:prstGeom>
          <a:solidFill>
            <a:srgbClr val="EEF3FF"/>
          </a:solidFill>
          <a:ln>
            <a:noFill/>
          </a:ln>
        </p:spPr>
        <p:txBody>
          <a:bodyPr anchorCtr="0" anchor="t" bIns="76200" lIns="76200" spcFirstLastPara="1" rIns="76200" tIns="7620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5" b="1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60–65%</a:t>
            </a: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lang="en" sz="675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never engaged</a:t>
            </a:r>
          </a:p>
        </p:txBody>
      </p:sp>
      <p:sp>
        <p:nvSpPr>
          <p:cNvPr id="129" name="Legend 129"/>
          <p:cNvSpPr/>
          <p:nvPr/>
        </p:nvSpPr>
        <p:spPr>
          <a:xfrm>
            <a:off x="3552825" y="2457450"/>
            <a:ext cx="12573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75" b="1" spc="53">
                <a:solidFill>
                  <a:srgbClr val="1A70F1"/>
                </a:solidFill>
                <a:latin typeface="DM Sans"/>
                <a:ea typeface="DM Sans"/>
                <a:cs typeface="DM Sans"/>
                <a:sym typeface="DM Sans"/>
              </a:rPr>
              <a:t>VALUE TAG</a:t>
            </a:r>
          </a:p>
        </p:txBody>
      </p:sp>
      <p:sp>
        <p:nvSpPr>
          <p:cNvPr id="130" name="Legend 130"/>
          <p:cNvSpPr/>
          <p:nvPr/>
        </p:nvSpPr>
        <p:spPr>
          <a:xfrm>
            <a:off x="3448050" y="2838450"/>
            <a:ext cx="1447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INSIGHT</a:t>
            </a: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lang="en" sz="675">
                <a:solidFill>
                  <a:srgbClr val="5F5F66"/>
                </a:solidFill>
                <a:latin typeface="DM Mono"/>
                <a:ea typeface="DM Mono"/>
                <a:cs typeface="DM Mono"/>
                <a:sym typeface="DM Mono"/>
              </a:rPr>
              <a:t>chip  #FFFFFF · 1px #D6D6DB</a:t>
            </a: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" sz="675">
                <a:solidFill>
                  <a:srgbClr val="5F5F66"/>
                </a:solidFill>
                <a:latin typeface="DM Mono"/>
                <a:ea typeface="DM Mono"/>
                <a:cs typeface="DM Mono"/>
                <a:sym typeface="DM Mono"/>
              </a:rPr>
              <a:t>accent bar  #C9C9D0</a:t>
            </a:r>
          </a:p>
        </p:txBody>
      </p:sp>
      <p:sp>
        <p:nvSpPr>
          <p:cNvPr id="131" name="Legend 131"/>
          <p:cNvSpPr/>
          <p:nvPr/>
        </p:nvSpPr>
        <p:spPr>
          <a:xfrm>
            <a:off x="5295900" y="895350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>
            <a:solidFill>
              <a:srgbClr val="E5E5E9"/>
            </a:solidFill>
            <a:prstDash val="solid"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/>
            <a:endParaRPr/>
          </a:p>
        </p:txBody>
      </p:sp>
      <p:sp>
        <p:nvSpPr>
          <p:cNvPr id="132" name="Legend 132"/>
          <p:cNvSpPr/>
          <p:nvPr/>
        </p:nvSpPr>
        <p:spPr>
          <a:xfrm>
            <a:off x="5543550" y="895350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 b="1">
                <a:solidFill>
                  <a:srgbClr val="111114"/>
                </a:solidFill>
                <a:latin typeface="DM Mono"/>
                <a:ea typeface="DM Mono"/>
                <a:cs typeface="DM Mono"/>
                <a:sym typeface="DM Mono"/>
              </a:rPr>
              <a:t>#FFFFFF</a:t>
            </a:r>
          </a:p>
        </p:txBody>
      </p:sp>
      <p:sp>
        <p:nvSpPr>
          <p:cNvPr id="133" name="Legend 133"/>
          <p:cNvSpPr/>
          <p:nvPr/>
        </p:nvSpPr>
        <p:spPr>
          <a:xfrm>
            <a:off x="6324600" y="895350"/>
            <a:ext cx="2495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Card surface</a:t>
            </a:r>
          </a:p>
        </p:txBody>
      </p:sp>
      <p:sp>
        <p:nvSpPr>
          <p:cNvPr id="134" name="Legend 134"/>
          <p:cNvSpPr/>
          <p:nvPr/>
        </p:nvSpPr>
        <p:spPr>
          <a:xfrm>
            <a:off x="5295900" y="1152525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9525" cap="flat">
            <a:solidFill>
              <a:srgbClr val="E5E5E9"/>
            </a:solidFill>
            <a:prstDash val="solid"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/>
            <a:endParaRPr/>
          </a:p>
        </p:txBody>
      </p:sp>
      <p:sp>
        <p:nvSpPr>
          <p:cNvPr id="135" name="Legend 135"/>
          <p:cNvSpPr/>
          <p:nvPr/>
        </p:nvSpPr>
        <p:spPr>
          <a:xfrm>
            <a:off x="5543550" y="1152525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 b="1">
                <a:solidFill>
                  <a:srgbClr val="111114"/>
                </a:solidFill>
                <a:latin typeface="DM Mono"/>
                <a:ea typeface="DM Mono"/>
                <a:cs typeface="DM Mono"/>
                <a:sym typeface="DM Mono"/>
              </a:rPr>
              <a:t>#F4F5F7</a:t>
            </a:r>
          </a:p>
        </p:txBody>
      </p:sp>
      <p:sp>
        <p:nvSpPr>
          <p:cNvPr id="136" name="Legend 136"/>
          <p:cNvSpPr/>
          <p:nvPr/>
        </p:nvSpPr>
        <p:spPr>
          <a:xfrm>
            <a:off x="6324600" y="1152525"/>
            <a:ext cx="2495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Slide background</a:t>
            </a:r>
          </a:p>
        </p:txBody>
      </p:sp>
      <p:sp>
        <p:nvSpPr>
          <p:cNvPr id="137" name="Legend 137"/>
          <p:cNvSpPr/>
          <p:nvPr/>
        </p:nvSpPr>
        <p:spPr>
          <a:xfrm>
            <a:off x="5295900" y="1409700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E5E5E9"/>
          </a:solidFill>
          <a:ln w="9525" cap="flat">
            <a:solidFill>
              <a:srgbClr val="E5E5E9"/>
            </a:solidFill>
            <a:prstDash val="solid"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/>
            <a:endParaRPr/>
          </a:p>
        </p:txBody>
      </p:sp>
      <p:sp>
        <p:nvSpPr>
          <p:cNvPr id="138" name="Legend 138"/>
          <p:cNvSpPr/>
          <p:nvPr/>
        </p:nvSpPr>
        <p:spPr>
          <a:xfrm>
            <a:off x="5543550" y="1409700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 b="1">
                <a:solidFill>
                  <a:srgbClr val="111114"/>
                </a:solidFill>
                <a:latin typeface="DM Mono"/>
                <a:ea typeface="DM Mono"/>
                <a:cs typeface="DM Mono"/>
                <a:sym typeface="DM Mono"/>
              </a:rPr>
              <a:t>#E5E5E9</a:t>
            </a:r>
          </a:p>
        </p:txBody>
      </p:sp>
      <p:sp>
        <p:nvSpPr>
          <p:cNvPr id="139" name="Legend 139"/>
          <p:cNvSpPr/>
          <p:nvPr/>
        </p:nvSpPr>
        <p:spPr>
          <a:xfrm>
            <a:off x="6324600" y="1409700"/>
            <a:ext cx="2495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Card border / divider</a:t>
            </a:r>
          </a:p>
        </p:txBody>
      </p:sp>
      <p:sp>
        <p:nvSpPr>
          <p:cNvPr id="140" name="Legend 140"/>
          <p:cNvSpPr/>
          <p:nvPr/>
        </p:nvSpPr>
        <p:spPr>
          <a:xfrm>
            <a:off x="5295900" y="1666875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EEF3FF"/>
          </a:solidFill>
          <a:ln w="9525" cap="flat">
            <a:solidFill>
              <a:srgbClr val="E5E5E9"/>
            </a:solidFill>
            <a:prstDash val="solid"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/>
            <a:endParaRPr/>
          </a:p>
        </p:txBody>
      </p:sp>
      <p:sp>
        <p:nvSpPr>
          <p:cNvPr id="141" name="Legend 141"/>
          <p:cNvSpPr/>
          <p:nvPr/>
        </p:nvSpPr>
        <p:spPr>
          <a:xfrm>
            <a:off x="5543550" y="1666875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 b="1">
                <a:solidFill>
                  <a:srgbClr val="111114"/>
                </a:solidFill>
                <a:latin typeface="DM Mono"/>
                <a:ea typeface="DM Mono"/>
                <a:cs typeface="DM Mono"/>
                <a:sym typeface="DM Mono"/>
              </a:rPr>
              <a:t>#EEF3FF</a:t>
            </a:r>
          </a:p>
        </p:txBody>
      </p:sp>
      <p:sp>
        <p:nvSpPr>
          <p:cNvPr id="142" name="Legend 142"/>
          <p:cNvSpPr/>
          <p:nvPr/>
        </p:nvSpPr>
        <p:spPr>
          <a:xfrm>
            <a:off x="6324600" y="1666875"/>
            <a:ext cx="2495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Stat panel</a:t>
            </a:r>
          </a:p>
        </p:txBody>
      </p:sp>
      <p:sp>
        <p:nvSpPr>
          <p:cNvPr id="143" name="Legend 143"/>
          <p:cNvSpPr/>
          <p:nvPr/>
        </p:nvSpPr>
        <p:spPr>
          <a:xfrm>
            <a:off x="5295900" y="1924050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1A70F1"/>
          </a:solidFill>
          <a:ln w="9525" cap="flat">
            <a:solidFill>
              <a:srgbClr val="E5E5E9"/>
            </a:solidFill>
            <a:prstDash val="solid"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/>
            <a:endParaRPr/>
          </a:p>
        </p:txBody>
      </p:sp>
      <p:sp>
        <p:nvSpPr>
          <p:cNvPr id="144" name="Legend 144"/>
          <p:cNvSpPr/>
          <p:nvPr/>
        </p:nvSpPr>
        <p:spPr>
          <a:xfrm>
            <a:off x="5543550" y="1924050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 b="1">
                <a:solidFill>
                  <a:srgbClr val="111114"/>
                </a:solidFill>
                <a:latin typeface="DM Mono"/>
                <a:ea typeface="DM Mono"/>
                <a:cs typeface="DM Mono"/>
                <a:sym typeface="DM Mono"/>
              </a:rPr>
              <a:t>#1A70F1</a:t>
            </a:r>
          </a:p>
        </p:txBody>
      </p:sp>
      <p:sp>
        <p:nvSpPr>
          <p:cNvPr id="145" name="Legend 145"/>
          <p:cNvSpPr/>
          <p:nvPr/>
        </p:nvSpPr>
        <p:spPr>
          <a:xfrm>
            <a:off x="6324600" y="1924050"/>
            <a:ext cx="2495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Stat number · value tag</a:t>
            </a:r>
          </a:p>
        </p:txBody>
      </p:sp>
      <p:sp>
        <p:nvSpPr>
          <p:cNvPr id="146" name="Legend 146"/>
          <p:cNvSpPr/>
          <p:nvPr/>
        </p:nvSpPr>
        <p:spPr>
          <a:xfrm>
            <a:off x="5295900" y="2181225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111114"/>
          </a:solidFill>
          <a:ln w="9525" cap="flat">
            <a:solidFill>
              <a:srgbClr val="E5E5E9"/>
            </a:solidFill>
            <a:prstDash val="solid"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/>
            <a:endParaRPr/>
          </a:p>
        </p:txBody>
      </p:sp>
      <p:sp>
        <p:nvSpPr>
          <p:cNvPr id="147" name="Legend 147"/>
          <p:cNvSpPr/>
          <p:nvPr/>
        </p:nvSpPr>
        <p:spPr>
          <a:xfrm>
            <a:off x="5543550" y="2181225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 b="1">
                <a:solidFill>
                  <a:srgbClr val="111114"/>
                </a:solidFill>
                <a:latin typeface="DM Mono"/>
                <a:ea typeface="DM Mono"/>
                <a:cs typeface="DM Mono"/>
                <a:sym typeface="DM Mono"/>
              </a:rPr>
              <a:t>#111114</a:t>
            </a:r>
          </a:p>
        </p:txBody>
      </p:sp>
      <p:sp>
        <p:nvSpPr>
          <p:cNvPr id="148" name="Legend 148"/>
          <p:cNvSpPr/>
          <p:nvPr/>
        </p:nvSpPr>
        <p:spPr>
          <a:xfrm>
            <a:off x="6324600" y="2181225"/>
            <a:ext cx="2495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Card title (ink)</a:t>
            </a:r>
          </a:p>
        </p:txBody>
      </p:sp>
      <p:sp>
        <p:nvSpPr>
          <p:cNvPr id="149" name="Legend 149"/>
          <p:cNvSpPr/>
          <p:nvPr/>
        </p:nvSpPr>
        <p:spPr>
          <a:xfrm>
            <a:off x="5295900" y="2438400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5F5F66"/>
          </a:solidFill>
          <a:ln w="9525" cap="flat">
            <a:solidFill>
              <a:srgbClr val="E5E5E9"/>
            </a:solidFill>
            <a:prstDash val="solid"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/>
            <a:endParaRPr/>
          </a:p>
        </p:txBody>
      </p:sp>
      <p:sp>
        <p:nvSpPr>
          <p:cNvPr id="150" name="Legend 150"/>
          <p:cNvSpPr/>
          <p:nvPr/>
        </p:nvSpPr>
        <p:spPr>
          <a:xfrm>
            <a:off x="5543550" y="2438400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 b="1">
                <a:solidFill>
                  <a:srgbClr val="111114"/>
                </a:solidFill>
                <a:latin typeface="DM Mono"/>
                <a:ea typeface="DM Mono"/>
                <a:cs typeface="DM Mono"/>
                <a:sym typeface="DM Mono"/>
              </a:rPr>
              <a:t>#5F5F66</a:t>
            </a:r>
          </a:p>
        </p:txBody>
      </p:sp>
      <p:sp>
        <p:nvSpPr>
          <p:cNvPr id="151" name="Legend 151"/>
          <p:cNvSpPr/>
          <p:nvPr/>
        </p:nvSpPr>
        <p:spPr>
          <a:xfrm>
            <a:off x="6324600" y="2438400"/>
            <a:ext cx="2495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Summary &amp; metric label</a:t>
            </a:r>
          </a:p>
        </p:txBody>
      </p:sp>
      <p:sp>
        <p:nvSpPr>
          <p:cNvPr id="152" name="Legend 152"/>
          <p:cNvSpPr/>
          <p:nvPr/>
        </p:nvSpPr>
        <p:spPr>
          <a:xfrm>
            <a:off x="5295900" y="2695575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8B8B92"/>
          </a:solidFill>
          <a:ln w="9525" cap="flat">
            <a:solidFill>
              <a:srgbClr val="E5E5E9"/>
            </a:solidFill>
            <a:prstDash val="solid"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/>
            <a:endParaRPr/>
          </a:p>
        </p:txBody>
      </p:sp>
      <p:sp>
        <p:nvSpPr>
          <p:cNvPr id="153" name="Legend 153"/>
          <p:cNvSpPr/>
          <p:nvPr/>
        </p:nvSpPr>
        <p:spPr>
          <a:xfrm>
            <a:off x="5543550" y="2695575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 b="1">
                <a:solidFill>
                  <a:srgbClr val="111114"/>
                </a:solidFill>
                <a:latin typeface="DM Mono"/>
                <a:ea typeface="DM Mono"/>
                <a:cs typeface="DM Mono"/>
                <a:sym typeface="DM Mono"/>
              </a:rPr>
              <a:t>#8B8B92</a:t>
            </a:r>
          </a:p>
        </p:txBody>
      </p:sp>
      <p:sp>
        <p:nvSpPr>
          <p:cNvPr id="154" name="Legend 154"/>
          <p:cNvSpPr/>
          <p:nvPr/>
        </p:nvSpPr>
        <p:spPr>
          <a:xfrm>
            <a:off x="6324600" y="2695575"/>
            <a:ext cx="2495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88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Index &amp; department</a:t>
            </a:r>
          </a:p>
        </p:txBody>
      </p:sp>
      <p:sp>
        <p:nvSpPr>
          <p:cNvPr id="155" name="Legend 155"/>
          <p:cNvSpPr/>
          <p:nvPr/>
        </p:nvSpPr>
        <p:spPr>
          <a:xfrm>
            <a:off x="5295900" y="3009900"/>
            <a:ext cx="3524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>
                <a:solidFill>
                  <a:srgbClr val="111114"/>
                </a:solidFill>
                <a:latin typeface="DM Sans"/>
                <a:ea typeface="DM Sans"/>
                <a:cs typeface="DM Sans"/>
                <a:sym typeface="DM Sans"/>
              </a:rPr>
              <a:t>Typography</a:t>
            </a: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713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Title — Instrument Serif</a:t>
            </a: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" sz="713">
                <a:solidFill>
                  <a:srgbClr val="5F5F66"/>
                </a:solidFill>
                <a:latin typeface="DM Sans"/>
                <a:ea typeface="DM Sans"/>
                <a:cs typeface="DM Sans"/>
                <a:sym typeface="DM Sans"/>
              </a:rPr>
              <a:t>Everything else — DM Sans</a:t>
            </a:r>
          </a:p>
        </p:txBody>
      </p:sp>
      <p:sp>
        <p:nvSpPr>
          <p:cNvPr id="156" name="Legend 156"/>
          <p:cNvSpPr/>
          <p:nvPr/>
        </p:nvSpPr>
        <p:spPr>
          <a:xfrm>
            <a:off x="323850" y="350520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t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13">
                <a:solidFill>
                  <a:srgbClr val="8B8B92"/>
                </a:solidFill>
                <a:latin typeface="DM Sans"/>
                <a:ea typeface="DM Sans"/>
                <a:cs typeface="DM Sans"/>
                <a:sym typeface="DM Sans"/>
              </a:rPr>
              <a:t>Impact tier drives the chip fill, text colour and accent bar. Department, value tag and stat panel are identical on every card.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gma FY27">
  <a:themeElements>
    <a:clrScheme name="Simple Light">
      <a:dk1>
        <a:srgbClr val="000000"/>
      </a:dk1>
      <a:lt1>
        <a:srgbClr val="FFFFFF"/>
      </a:lt1>
      <a:dk2>
        <a:srgbClr val="3D3D3D"/>
      </a:dk2>
      <a:lt2>
        <a:srgbClr val="F0F0F0"/>
      </a:lt2>
      <a:accent1>
        <a:srgbClr val="FFCEE6"/>
      </a:accent1>
      <a:accent2>
        <a:srgbClr val="4CEC8C"/>
      </a:accent2>
      <a:accent3>
        <a:srgbClr val="78909C"/>
      </a:accent3>
      <a:accent4>
        <a:srgbClr val="FF9A74"/>
      </a:accent4>
      <a:accent5>
        <a:srgbClr val="A8E8F3"/>
      </a:accent5>
      <a:accent6>
        <a:srgbClr val="F0FF45"/>
      </a:accent6>
      <a:hlink>
        <a:srgbClr val="29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